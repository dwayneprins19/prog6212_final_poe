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2" r:id="rId6"/>
    <p:sldId id="263" r:id="rId7"/>
    <p:sldId id="264"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6" d="100"/>
          <a:sy n="76" d="100"/>
        </p:scale>
        <p:origin x="62" y="23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wayne Prins" userId="499a8db739abc10d" providerId="LiveId" clId="{99F867DF-31BF-450D-AE39-D48BB07B30F6}"/>
    <pc:docChg chg="modSld">
      <pc:chgData name="Dwayne Prins" userId="499a8db739abc10d" providerId="LiveId" clId="{99F867DF-31BF-450D-AE39-D48BB07B30F6}" dt="2025-11-21T22:32:05.422" v="0" actId="14100"/>
      <pc:docMkLst>
        <pc:docMk/>
      </pc:docMkLst>
      <pc:sldChg chg="modSp mod">
        <pc:chgData name="Dwayne Prins" userId="499a8db739abc10d" providerId="LiveId" clId="{99F867DF-31BF-450D-AE39-D48BB07B30F6}" dt="2025-11-21T22:32:05.422" v="0" actId="14100"/>
        <pc:sldMkLst>
          <pc:docMk/>
          <pc:sldMk cId="583249199" sldId="264"/>
        </pc:sldMkLst>
        <pc:picChg chg="mod">
          <ac:chgData name="Dwayne Prins" userId="499a8db739abc10d" providerId="LiveId" clId="{99F867DF-31BF-450D-AE39-D48BB07B30F6}" dt="2025-11-21T22:32:05.422" v="0" actId="14100"/>
          <ac:picMkLst>
            <pc:docMk/>
            <pc:sldMk cId="583249199" sldId="264"/>
            <ac:picMk id="6" creationId="{11E8A6A5-8D82-01C5-86D8-6F8D3A44853E}"/>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761C35-B3D2-10D3-03BE-A50850EAC29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ZA"/>
          </a:p>
        </p:txBody>
      </p:sp>
      <p:sp>
        <p:nvSpPr>
          <p:cNvPr id="3" name="Subtitle 2">
            <a:extLst>
              <a:ext uri="{FF2B5EF4-FFF2-40B4-BE49-F238E27FC236}">
                <a16:creationId xmlns:a16="http://schemas.microsoft.com/office/drawing/2014/main" id="{684FE11F-4CDE-1788-9BA3-784DB347AC2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ZA"/>
          </a:p>
        </p:txBody>
      </p:sp>
      <p:sp>
        <p:nvSpPr>
          <p:cNvPr id="4" name="Date Placeholder 3">
            <a:extLst>
              <a:ext uri="{FF2B5EF4-FFF2-40B4-BE49-F238E27FC236}">
                <a16:creationId xmlns:a16="http://schemas.microsoft.com/office/drawing/2014/main" id="{F1069579-A85D-5F05-6FBF-70E45DA1E46E}"/>
              </a:ext>
            </a:extLst>
          </p:cNvPr>
          <p:cNvSpPr>
            <a:spLocks noGrp="1"/>
          </p:cNvSpPr>
          <p:nvPr>
            <p:ph type="dt" sz="half" idx="10"/>
          </p:nvPr>
        </p:nvSpPr>
        <p:spPr/>
        <p:txBody>
          <a:bodyPr/>
          <a:lstStyle/>
          <a:p>
            <a:fld id="{B06EDC76-D229-4FE6-B025-01A9E14F74CB}" type="datetimeFigureOut">
              <a:rPr lang="en-ZA" smtClean="0"/>
              <a:t>2025/11/22</a:t>
            </a:fld>
            <a:endParaRPr lang="en-ZA"/>
          </a:p>
        </p:txBody>
      </p:sp>
      <p:sp>
        <p:nvSpPr>
          <p:cNvPr id="5" name="Footer Placeholder 4">
            <a:extLst>
              <a:ext uri="{FF2B5EF4-FFF2-40B4-BE49-F238E27FC236}">
                <a16:creationId xmlns:a16="http://schemas.microsoft.com/office/drawing/2014/main" id="{D1F16DE5-1536-877A-FBCF-BC570BA97E73}"/>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160A8340-447A-32ED-E2A2-BCCFD2B71452}"/>
              </a:ext>
            </a:extLst>
          </p:cNvPr>
          <p:cNvSpPr>
            <a:spLocks noGrp="1"/>
          </p:cNvSpPr>
          <p:nvPr>
            <p:ph type="sldNum" sz="quarter" idx="12"/>
          </p:nvPr>
        </p:nvSpPr>
        <p:spPr/>
        <p:txBody>
          <a:bodyPr/>
          <a:lstStyle/>
          <a:p>
            <a:fld id="{3FD1ADE2-4DC7-4B89-AC5B-A454F5164E74}" type="slidenum">
              <a:rPr lang="en-ZA" smtClean="0"/>
              <a:t>‹#›</a:t>
            </a:fld>
            <a:endParaRPr lang="en-ZA"/>
          </a:p>
        </p:txBody>
      </p:sp>
    </p:spTree>
    <p:extLst>
      <p:ext uri="{BB962C8B-B14F-4D97-AF65-F5344CB8AC3E}">
        <p14:creationId xmlns:p14="http://schemas.microsoft.com/office/powerpoint/2010/main" val="15779391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CD4E08-AD7E-0B45-3E48-000934B07764}"/>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B5E98267-4588-F347-F96A-58020001D33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303DC940-398B-9913-00AA-6CAA265CDEF9}"/>
              </a:ext>
            </a:extLst>
          </p:cNvPr>
          <p:cNvSpPr>
            <a:spLocks noGrp="1"/>
          </p:cNvSpPr>
          <p:nvPr>
            <p:ph type="dt" sz="half" idx="10"/>
          </p:nvPr>
        </p:nvSpPr>
        <p:spPr/>
        <p:txBody>
          <a:bodyPr/>
          <a:lstStyle/>
          <a:p>
            <a:fld id="{B06EDC76-D229-4FE6-B025-01A9E14F74CB}" type="datetimeFigureOut">
              <a:rPr lang="en-ZA" smtClean="0"/>
              <a:t>2025/11/22</a:t>
            </a:fld>
            <a:endParaRPr lang="en-ZA"/>
          </a:p>
        </p:txBody>
      </p:sp>
      <p:sp>
        <p:nvSpPr>
          <p:cNvPr id="5" name="Footer Placeholder 4">
            <a:extLst>
              <a:ext uri="{FF2B5EF4-FFF2-40B4-BE49-F238E27FC236}">
                <a16:creationId xmlns:a16="http://schemas.microsoft.com/office/drawing/2014/main" id="{3BAC80DA-3641-F97B-BE34-7F6F80D8CCE1}"/>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2E0B91FE-15A8-0EF8-71CC-8046BB838D9E}"/>
              </a:ext>
            </a:extLst>
          </p:cNvPr>
          <p:cNvSpPr>
            <a:spLocks noGrp="1"/>
          </p:cNvSpPr>
          <p:nvPr>
            <p:ph type="sldNum" sz="quarter" idx="12"/>
          </p:nvPr>
        </p:nvSpPr>
        <p:spPr/>
        <p:txBody>
          <a:bodyPr/>
          <a:lstStyle/>
          <a:p>
            <a:fld id="{3FD1ADE2-4DC7-4B89-AC5B-A454F5164E74}" type="slidenum">
              <a:rPr lang="en-ZA" smtClean="0"/>
              <a:t>‹#›</a:t>
            </a:fld>
            <a:endParaRPr lang="en-ZA"/>
          </a:p>
        </p:txBody>
      </p:sp>
    </p:spTree>
    <p:extLst>
      <p:ext uri="{BB962C8B-B14F-4D97-AF65-F5344CB8AC3E}">
        <p14:creationId xmlns:p14="http://schemas.microsoft.com/office/powerpoint/2010/main" val="8432285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13C33B-AF17-25DD-418C-360B4843FDD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ZA"/>
          </a:p>
        </p:txBody>
      </p:sp>
      <p:sp>
        <p:nvSpPr>
          <p:cNvPr id="3" name="Text Placeholder 2">
            <a:extLst>
              <a:ext uri="{FF2B5EF4-FFF2-40B4-BE49-F238E27FC236}">
                <a16:creationId xmlns:a16="http://schemas.microsoft.com/office/drawing/2014/main" id="{0607F4A9-8FBF-5633-DC1A-0BEC82CB1BE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44E48FF-94FA-C5B5-39C3-354531A8C68E}"/>
              </a:ext>
            </a:extLst>
          </p:cNvPr>
          <p:cNvSpPr>
            <a:spLocks noGrp="1"/>
          </p:cNvSpPr>
          <p:nvPr>
            <p:ph type="dt" sz="half" idx="10"/>
          </p:nvPr>
        </p:nvSpPr>
        <p:spPr/>
        <p:txBody>
          <a:bodyPr/>
          <a:lstStyle/>
          <a:p>
            <a:fld id="{B06EDC76-D229-4FE6-B025-01A9E14F74CB}" type="datetimeFigureOut">
              <a:rPr lang="en-ZA" smtClean="0"/>
              <a:t>2025/11/22</a:t>
            </a:fld>
            <a:endParaRPr lang="en-ZA"/>
          </a:p>
        </p:txBody>
      </p:sp>
      <p:sp>
        <p:nvSpPr>
          <p:cNvPr id="5" name="Footer Placeholder 4">
            <a:extLst>
              <a:ext uri="{FF2B5EF4-FFF2-40B4-BE49-F238E27FC236}">
                <a16:creationId xmlns:a16="http://schemas.microsoft.com/office/drawing/2014/main" id="{FA444510-6C2B-E2A0-60AA-B272A115682F}"/>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B67AE218-0233-C5CC-D1E2-A414D833AED5}"/>
              </a:ext>
            </a:extLst>
          </p:cNvPr>
          <p:cNvSpPr>
            <a:spLocks noGrp="1"/>
          </p:cNvSpPr>
          <p:nvPr>
            <p:ph type="sldNum" sz="quarter" idx="12"/>
          </p:nvPr>
        </p:nvSpPr>
        <p:spPr/>
        <p:txBody>
          <a:bodyPr/>
          <a:lstStyle/>
          <a:p>
            <a:fld id="{3FD1ADE2-4DC7-4B89-AC5B-A454F5164E74}" type="slidenum">
              <a:rPr lang="en-ZA" smtClean="0"/>
              <a:t>‹#›</a:t>
            </a:fld>
            <a:endParaRPr lang="en-ZA"/>
          </a:p>
        </p:txBody>
      </p:sp>
    </p:spTree>
    <p:extLst>
      <p:ext uri="{BB962C8B-B14F-4D97-AF65-F5344CB8AC3E}">
        <p14:creationId xmlns:p14="http://schemas.microsoft.com/office/powerpoint/2010/main" val="28397975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A4815-F1F5-F517-5000-41474FF6EC2E}"/>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41BA1B85-0D83-7579-EB4B-324D2DAA843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Content Placeholder 3">
            <a:extLst>
              <a:ext uri="{FF2B5EF4-FFF2-40B4-BE49-F238E27FC236}">
                <a16:creationId xmlns:a16="http://schemas.microsoft.com/office/drawing/2014/main" id="{EC84B4CD-E028-7E75-894B-614143E680B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Date Placeholder 4">
            <a:extLst>
              <a:ext uri="{FF2B5EF4-FFF2-40B4-BE49-F238E27FC236}">
                <a16:creationId xmlns:a16="http://schemas.microsoft.com/office/drawing/2014/main" id="{2DFD4812-22F7-BF73-D0F6-4C86EE7FF519}"/>
              </a:ext>
            </a:extLst>
          </p:cNvPr>
          <p:cNvSpPr>
            <a:spLocks noGrp="1"/>
          </p:cNvSpPr>
          <p:nvPr>
            <p:ph type="dt" sz="half" idx="10"/>
          </p:nvPr>
        </p:nvSpPr>
        <p:spPr/>
        <p:txBody>
          <a:bodyPr/>
          <a:lstStyle/>
          <a:p>
            <a:fld id="{B06EDC76-D229-4FE6-B025-01A9E14F74CB}" type="datetimeFigureOut">
              <a:rPr lang="en-ZA" smtClean="0"/>
              <a:t>2025/11/22</a:t>
            </a:fld>
            <a:endParaRPr lang="en-ZA"/>
          </a:p>
        </p:txBody>
      </p:sp>
      <p:sp>
        <p:nvSpPr>
          <p:cNvPr id="6" name="Footer Placeholder 5">
            <a:extLst>
              <a:ext uri="{FF2B5EF4-FFF2-40B4-BE49-F238E27FC236}">
                <a16:creationId xmlns:a16="http://schemas.microsoft.com/office/drawing/2014/main" id="{BCDEEF7D-2827-3522-DB62-7763B33CAAD3}"/>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32DDD91D-F976-2074-CA01-A138FF509B73}"/>
              </a:ext>
            </a:extLst>
          </p:cNvPr>
          <p:cNvSpPr>
            <a:spLocks noGrp="1"/>
          </p:cNvSpPr>
          <p:nvPr>
            <p:ph type="sldNum" sz="quarter" idx="12"/>
          </p:nvPr>
        </p:nvSpPr>
        <p:spPr/>
        <p:txBody>
          <a:bodyPr/>
          <a:lstStyle/>
          <a:p>
            <a:fld id="{3FD1ADE2-4DC7-4B89-AC5B-A454F5164E74}" type="slidenum">
              <a:rPr lang="en-ZA" smtClean="0"/>
              <a:t>‹#›</a:t>
            </a:fld>
            <a:endParaRPr lang="en-ZA"/>
          </a:p>
        </p:txBody>
      </p:sp>
    </p:spTree>
    <p:extLst>
      <p:ext uri="{BB962C8B-B14F-4D97-AF65-F5344CB8AC3E}">
        <p14:creationId xmlns:p14="http://schemas.microsoft.com/office/powerpoint/2010/main" val="34301305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5A9311-D36E-EC1C-1E9D-475E4C737DFC}"/>
              </a:ext>
            </a:extLst>
          </p:cNvPr>
          <p:cNvSpPr>
            <a:spLocks noGrp="1"/>
          </p:cNvSpPr>
          <p:nvPr>
            <p:ph type="title"/>
          </p:nvPr>
        </p:nvSpPr>
        <p:spPr>
          <a:xfrm>
            <a:off x="839788" y="365125"/>
            <a:ext cx="10515600" cy="1325563"/>
          </a:xfrm>
        </p:spPr>
        <p:txBody>
          <a:bodyPr/>
          <a:lstStyle/>
          <a:p>
            <a:r>
              <a:rPr lang="en-US"/>
              <a:t>Click to edit Master title style</a:t>
            </a:r>
            <a:endParaRPr lang="en-ZA"/>
          </a:p>
        </p:txBody>
      </p:sp>
      <p:sp>
        <p:nvSpPr>
          <p:cNvPr id="3" name="Text Placeholder 2">
            <a:extLst>
              <a:ext uri="{FF2B5EF4-FFF2-40B4-BE49-F238E27FC236}">
                <a16:creationId xmlns:a16="http://schemas.microsoft.com/office/drawing/2014/main" id="{FB6F7A45-7018-24D2-A0DF-2DCCA0C5CEE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8C5D19C-6E7F-ADEA-B9A2-33782D9AE2C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Text Placeholder 4">
            <a:extLst>
              <a:ext uri="{FF2B5EF4-FFF2-40B4-BE49-F238E27FC236}">
                <a16:creationId xmlns:a16="http://schemas.microsoft.com/office/drawing/2014/main" id="{9A2B6C85-20D9-1A1E-50EB-17FB4055CF0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672E578-549C-E020-CB23-B460D6821B2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7" name="Date Placeholder 6">
            <a:extLst>
              <a:ext uri="{FF2B5EF4-FFF2-40B4-BE49-F238E27FC236}">
                <a16:creationId xmlns:a16="http://schemas.microsoft.com/office/drawing/2014/main" id="{217FBD61-E671-5AB5-3285-2CF545ECF167}"/>
              </a:ext>
            </a:extLst>
          </p:cNvPr>
          <p:cNvSpPr>
            <a:spLocks noGrp="1"/>
          </p:cNvSpPr>
          <p:nvPr>
            <p:ph type="dt" sz="half" idx="10"/>
          </p:nvPr>
        </p:nvSpPr>
        <p:spPr/>
        <p:txBody>
          <a:bodyPr/>
          <a:lstStyle/>
          <a:p>
            <a:fld id="{B06EDC76-D229-4FE6-B025-01A9E14F74CB}" type="datetimeFigureOut">
              <a:rPr lang="en-ZA" smtClean="0"/>
              <a:t>2025/11/22</a:t>
            </a:fld>
            <a:endParaRPr lang="en-ZA"/>
          </a:p>
        </p:txBody>
      </p:sp>
      <p:sp>
        <p:nvSpPr>
          <p:cNvPr id="8" name="Footer Placeholder 7">
            <a:extLst>
              <a:ext uri="{FF2B5EF4-FFF2-40B4-BE49-F238E27FC236}">
                <a16:creationId xmlns:a16="http://schemas.microsoft.com/office/drawing/2014/main" id="{D80FFE37-4E01-925E-3607-562D36B2B5CF}"/>
              </a:ext>
            </a:extLst>
          </p:cNvPr>
          <p:cNvSpPr>
            <a:spLocks noGrp="1"/>
          </p:cNvSpPr>
          <p:nvPr>
            <p:ph type="ftr" sz="quarter" idx="11"/>
          </p:nvPr>
        </p:nvSpPr>
        <p:spPr/>
        <p:txBody>
          <a:bodyPr/>
          <a:lstStyle/>
          <a:p>
            <a:endParaRPr lang="en-ZA"/>
          </a:p>
        </p:txBody>
      </p:sp>
      <p:sp>
        <p:nvSpPr>
          <p:cNvPr id="9" name="Slide Number Placeholder 8">
            <a:extLst>
              <a:ext uri="{FF2B5EF4-FFF2-40B4-BE49-F238E27FC236}">
                <a16:creationId xmlns:a16="http://schemas.microsoft.com/office/drawing/2014/main" id="{4D065A6C-1861-F91E-6AAF-513764FD54BB}"/>
              </a:ext>
            </a:extLst>
          </p:cNvPr>
          <p:cNvSpPr>
            <a:spLocks noGrp="1"/>
          </p:cNvSpPr>
          <p:nvPr>
            <p:ph type="sldNum" sz="quarter" idx="12"/>
          </p:nvPr>
        </p:nvSpPr>
        <p:spPr/>
        <p:txBody>
          <a:bodyPr/>
          <a:lstStyle/>
          <a:p>
            <a:fld id="{3FD1ADE2-4DC7-4B89-AC5B-A454F5164E74}" type="slidenum">
              <a:rPr lang="en-ZA" smtClean="0"/>
              <a:t>‹#›</a:t>
            </a:fld>
            <a:endParaRPr lang="en-ZA"/>
          </a:p>
        </p:txBody>
      </p:sp>
    </p:spTree>
    <p:extLst>
      <p:ext uri="{BB962C8B-B14F-4D97-AF65-F5344CB8AC3E}">
        <p14:creationId xmlns:p14="http://schemas.microsoft.com/office/powerpoint/2010/main" val="28091078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BAF42D-52FA-E494-E920-56971AE2A163}"/>
              </a:ext>
            </a:extLst>
          </p:cNvPr>
          <p:cNvSpPr>
            <a:spLocks noGrp="1"/>
          </p:cNvSpPr>
          <p:nvPr>
            <p:ph type="title"/>
          </p:nvPr>
        </p:nvSpPr>
        <p:spPr/>
        <p:txBody>
          <a:bodyPr/>
          <a:lstStyle/>
          <a:p>
            <a:r>
              <a:rPr lang="en-US"/>
              <a:t>Click to edit Master title style</a:t>
            </a:r>
            <a:endParaRPr lang="en-ZA"/>
          </a:p>
        </p:txBody>
      </p:sp>
      <p:sp>
        <p:nvSpPr>
          <p:cNvPr id="3" name="Date Placeholder 2">
            <a:extLst>
              <a:ext uri="{FF2B5EF4-FFF2-40B4-BE49-F238E27FC236}">
                <a16:creationId xmlns:a16="http://schemas.microsoft.com/office/drawing/2014/main" id="{2BA640FB-527A-CB18-FC40-B8148DB144CB}"/>
              </a:ext>
            </a:extLst>
          </p:cNvPr>
          <p:cNvSpPr>
            <a:spLocks noGrp="1"/>
          </p:cNvSpPr>
          <p:nvPr>
            <p:ph type="dt" sz="half" idx="10"/>
          </p:nvPr>
        </p:nvSpPr>
        <p:spPr/>
        <p:txBody>
          <a:bodyPr/>
          <a:lstStyle/>
          <a:p>
            <a:fld id="{B06EDC76-D229-4FE6-B025-01A9E14F74CB}" type="datetimeFigureOut">
              <a:rPr lang="en-ZA" smtClean="0"/>
              <a:t>2025/11/22</a:t>
            </a:fld>
            <a:endParaRPr lang="en-ZA"/>
          </a:p>
        </p:txBody>
      </p:sp>
      <p:sp>
        <p:nvSpPr>
          <p:cNvPr id="4" name="Footer Placeholder 3">
            <a:extLst>
              <a:ext uri="{FF2B5EF4-FFF2-40B4-BE49-F238E27FC236}">
                <a16:creationId xmlns:a16="http://schemas.microsoft.com/office/drawing/2014/main" id="{7826C47D-370A-888C-7411-32CEBC7ABE5B}"/>
              </a:ext>
            </a:extLst>
          </p:cNvPr>
          <p:cNvSpPr>
            <a:spLocks noGrp="1"/>
          </p:cNvSpPr>
          <p:nvPr>
            <p:ph type="ftr" sz="quarter" idx="11"/>
          </p:nvPr>
        </p:nvSpPr>
        <p:spPr/>
        <p:txBody>
          <a:bodyPr/>
          <a:lstStyle/>
          <a:p>
            <a:endParaRPr lang="en-ZA"/>
          </a:p>
        </p:txBody>
      </p:sp>
      <p:sp>
        <p:nvSpPr>
          <p:cNvPr id="5" name="Slide Number Placeholder 4">
            <a:extLst>
              <a:ext uri="{FF2B5EF4-FFF2-40B4-BE49-F238E27FC236}">
                <a16:creationId xmlns:a16="http://schemas.microsoft.com/office/drawing/2014/main" id="{E0410CF9-2C76-C0C3-5AA2-0AF381AF11D9}"/>
              </a:ext>
            </a:extLst>
          </p:cNvPr>
          <p:cNvSpPr>
            <a:spLocks noGrp="1"/>
          </p:cNvSpPr>
          <p:nvPr>
            <p:ph type="sldNum" sz="quarter" idx="12"/>
          </p:nvPr>
        </p:nvSpPr>
        <p:spPr/>
        <p:txBody>
          <a:bodyPr/>
          <a:lstStyle/>
          <a:p>
            <a:fld id="{3FD1ADE2-4DC7-4B89-AC5B-A454F5164E74}" type="slidenum">
              <a:rPr lang="en-ZA" smtClean="0"/>
              <a:t>‹#›</a:t>
            </a:fld>
            <a:endParaRPr lang="en-ZA"/>
          </a:p>
        </p:txBody>
      </p:sp>
    </p:spTree>
    <p:extLst>
      <p:ext uri="{BB962C8B-B14F-4D97-AF65-F5344CB8AC3E}">
        <p14:creationId xmlns:p14="http://schemas.microsoft.com/office/powerpoint/2010/main" val="9260801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7C4A0CD-2483-DE80-6727-3EA569CA41BB}"/>
              </a:ext>
            </a:extLst>
          </p:cNvPr>
          <p:cNvSpPr>
            <a:spLocks noGrp="1"/>
          </p:cNvSpPr>
          <p:nvPr>
            <p:ph type="dt" sz="half" idx="10"/>
          </p:nvPr>
        </p:nvSpPr>
        <p:spPr/>
        <p:txBody>
          <a:bodyPr/>
          <a:lstStyle/>
          <a:p>
            <a:fld id="{B06EDC76-D229-4FE6-B025-01A9E14F74CB}" type="datetimeFigureOut">
              <a:rPr lang="en-ZA" smtClean="0"/>
              <a:t>2025/11/22</a:t>
            </a:fld>
            <a:endParaRPr lang="en-ZA"/>
          </a:p>
        </p:txBody>
      </p:sp>
      <p:sp>
        <p:nvSpPr>
          <p:cNvPr id="3" name="Footer Placeholder 2">
            <a:extLst>
              <a:ext uri="{FF2B5EF4-FFF2-40B4-BE49-F238E27FC236}">
                <a16:creationId xmlns:a16="http://schemas.microsoft.com/office/drawing/2014/main" id="{55D6C268-1208-68B2-EC5C-8B18EF6FA1DE}"/>
              </a:ext>
            </a:extLst>
          </p:cNvPr>
          <p:cNvSpPr>
            <a:spLocks noGrp="1"/>
          </p:cNvSpPr>
          <p:nvPr>
            <p:ph type="ftr" sz="quarter" idx="11"/>
          </p:nvPr>
        </p:nvSpPr>
        <p:spPr/>
        <p:txBody>
          <a:bodyPr/>
          <a:lstStyle/>
          <a:p>
            <a:endParaRPr lang="en-ZA"/>
          </a:p>
        </p:txBody>
      </p:sp>
      <p:sp>
        <p:nvSpPr>
          <p:cNvPr id="4" name="Slide Number Placeholder 3">
            <a:extLst>
              <a:ext uri="{FF2B5EF4-FFF2-40B4-BE49-F238E27FC236}">
                <a16:creationId xmlns:a16="http://schemas.microsoft.com/office/drawing/2014/main" id="{261E6D09-EB73-C519-6B41-5FA03B9502FD}"/>
              </a:ext>
            </a:extLst>
          </p:cNvPr>
          <p:cNvSpPr>
            <a:spLocks noGrp="1"/>
          </p:cNvSpPr>
          <p:nvPr>
            <p:ph type="sldNum" sz="quarter" idx="12"/>
          </p:nvPr>
        </p:nvSpPr>
        <p:spPr/>
        <p:txBody>
          <a:bodyPr/>
          <a:lstStyle/>
          <a:p>
            <a:fld id="{3FD1ADE2-4DC7-4B89-AC5B-A454F5164E74}" type="slidenum">
              <a:rPr lang="en-ZA" smtClean="0"/>
              <a:t>‹#›</a:t>
            </a:fld>
            <a:endParaRPr lang="en-ZA"/>
          </a:p>
        </p:txBody>
      </p:sp>
    </p:spTree>
    <p:extLst>
      <p:ext uri="{BB962C8B-B14F-4D97-AF65-F5344CB8AC3E}">
        <p14:creationId xmlns:p14="http://schemas.microsoft.com/office/powerpoint/2010/main" val="37972799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00540A-523D-8408-8182-9EDCC038AF2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Content Placeholder 2">
            <a:extLst>
              <a:ext uri="{FF2B5EF4-FFF2-40B4-BE49-F238E27FC236}">
                <a16:creationId xmlns:a16="http://schemas.microsoft.com/office/drawing/2014/main" id="{663EC265-0095-1643-D1E5-AD07FA83106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Text Placeholder 3">
            <a:extLst>
              <a:ext uri="{FF2B5EF4-FFF2-40B4-BE49-F238E27FC236}">
                <a16:creationId xmlns:a16="http://schemas.microsoft.com/office/drawing/2014/main" id="{C756E849-B6A6-AE21-C9AE-1E1B384AB7F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010D11D-7933-2FE7-4B55-688DB00257DA}"/>
              </a:ext>
            </a:extLst>
          </p:cNvPr>
          <p:cNvSpPr>
            <a:spLocks noGrp="1"/>
          </p:cNvSpPr>
          <p:nvPr>
            <p:ph type="dt" sz="half" idx="10"/>
          </p:nvPr>
        </p:nvSpPr>
        <p:spPr/>
        <p:txBody>
          <a:bodyPr/>
          <a:lstStyle/>
          <a:p>
            <a:fld id="{B06EDC76-D229-4FE6-B025-01A9E14F74CB}" type="datetimeFigureOut">
              <a:rPr lang="en-ZA" smtClean="0"/>
              <a:t>2025/11/22</a:t>
            </a:fld>
            <a:endParaRPr lang="en-ZA"/>
          </a:p>
        </p:txBody>
      </p:sp>
      <p:sp>
        <p:nvSpPr>
          <p:cNvPr id="6" name="Footer Placeholder 5">
            <a:extLst>
              <a:ext uri="{FF2B5EF4-FFF2-40B4-BE49-F238E27FC236}">
                <a16:creationId xmlns:a16="http://schemas.microsoft.com/office/drawing/2014/main" id="{93D5D182-231B-6B14-5248-42EEB36670B3}"/>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7E04EC13-63EE-DF9B-2941-94B6E8BAA587}"/>
              </a:ext>
            </a:extLst>
          </p:cNvPr>
          <p:cNvSpPr>
            <a:spLocks noGrp="1"/>
          </p:cNvSpPr>
          <p:nvPr>
            <p:ph type="sldNum" sz="quarter" idx="12"/>
          </p:nvPr>
        </p:nvSpPr>
        <p:spPr/>
        <p:txBody>
          <a:bodyPr/>
          <a:lstStyle/>
          <a:p>
            <a:fld id="{3FD1ADE2-4DC7-4B89-AC5B-A454F5164E74}" type="slidenum">
              <a:rPr lang="en-ZA" smtClean="0"/>
              <a:t>‹#›</a:t>
            </a:fld>
            <a:endParaRPr lang="en-ZA"/>
          </a:p>
        </p:txBody>
      </p:sp>
    </p:spTree>
    <p:extLst>
      <p:ext uri="{BB962C8B-B14F-4D97-AF65-F5344CB8AC3E}">
        <p14:creationId xmlns:p14="http://schemas.microsoft.com/office/powerpoint/2010/main" val="25957284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D1BD63-2274-E3DF-C1B1-29B15F7D20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Picture Placeholder 2">
            <a:extLst>
              <a:ext uri="{FF2B5EF4-FFF2-40B4-BE49-F238E27FC236}">
                <a16:creationId xmlns:a16="http://schemas.microsoft.com/office/drawing/2014/main" id="{C99BC9C7-41A2-D0B4-F0D3-1143CEBB9F6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ZA"/>
          </a:p>
        </p:txBody>
      </p:sp>
      <p:sp>
        <p:nvSpPr>
          <p:cNvPr id="4" name="Text Placeholder 3">
            <a:extLst>
              <a:ext uri="{FF2B5EF4-FFF2-40B4-BE49-F238E27FC236}">
                <a16:creationId xmlns:a16="http://schemas.microsoft.com/office/drawing/2014/main" id="{A5EA574F-5750-6BA5-B00C-B91804B75F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C830757-F884-310A-F23D-FB455C2605CA}"/>
              </a:ext>
            </a:extLst>
          </p:cNvPr>
          <p:cNvSpPr>
            <a:spLocks noGrp="1"/>
          </p:cNvSpPr>
          <p:nvPr>
            <p:ph type="dt" sz="half" idx="10"/>
          </p:nvPr>
        </p:nvSpPr>
        <p:spPr/>
        <p:txBody>
          <a:bodyPr/>
          <a:lstStyle/>
          <a:p>
            <a:fld id="{B06EDC76-D229-4FE6-B025-01A9E14F74CB}" type="datetimeFigureOut">
              <a:rPr lang="en-ZA" smtClean="0"/>
              <a:t>2025/11/22</a:t>
            </a:fld>
            <a:endParaRPr lang="en-ZA"/>
          </a:p>
        </p:txBody>
      </p:sp>
      <p:sp>
        <p:nvSpPr>
          <p:cNvPr id="6" name="Footer Placeholder 5">
            <a:extLst>
              <a:ext uri="{FF2B5EF4-FFF2-40B4-BE49-F238E27FC236}">
                <a16:creationId xmlns:a16="http://schemas.microsoft.com/office/drawing/2014/main" id="{D4428D70-850C-DEEE-58E8-4A2CC765D055}"/>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1600FA43-EAA3-139E-0953-88052E081085}"/>
              </a:ext>
            </a:extLst>
          </p:cNvPr>
          <p:cNvSpPr>
            <a:spLocks noGrp="1"/>
          </p:cNvSpPr>
          <p:nvPr>
            <p:ph type="sldNum" sz="quarter" idx="12"/>
          </p:nvPr>
        </p:nvSpPr>
        <p:spPr/>
        <p:txBody>
          <a:bodyPr/>
          <a:lstStyle/>
          <a:p>
            <a:fld id="{3FD1ADE2-4DC7-4B89-AC5B-A454F5164E74}" type="slidenum">
              <a:rPr lang="en-ZA" smtClean="0"/>
              <a:t>‹#›</a:t>
            </a:fld>
            <a:endParaRPr lang="en-ZA"/>
          </a:p>
        </p:txBody>
      </p:sp>
    </p:spTree>
    <p:extLst>
      <p:ext uri="{BB962C8B-B14F-4D97-AF65-F5344CB8AC3E}">
        <p14:creationId xmlns:p14="http://schemas.microsoft.com/office/powerpoint/2010/main" val="41840711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C5E9F9-DA72-DD7E-BD3A-693BF71B9B2C}"/>
              </a:ext>
            </a:extLst>
          </p:cNvPr>
          <p:cNvSpPr>
            <a:spLocks noGrp="1"/>
          </p:cNvSpPr>
          <p:nvPr>
            <p:ph type="title"/>
          </p:nvPr>
        </p:nvSpPr>
        <p:spPr/>
        <p:txBody>
          <a:bodyPr/>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8F299849-295B-1DEB-0779-080872D5069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C7703EFB-E254-B4C5-5266-6A1F178EB28D}"/>
              </a:ext>
            </a:extLst>
          </p:cNvPr>
          <p:cNvSpPr>
            <a:spLocks noGrp="1"/>
          </p:cNvSpPr>
          <p:nvPr>
            <p:ph type="dt" sz="half" idx="10"/>
          </p:nvPr>
        </p:nvSpPr>
        <p:spPr/>
        <p:txBody>
          <a:bodyPr/>
          <a:lstStyle/>
          <a:p>
            <a:fld id="{B06EDC76-D229-4FE6-B025-01A9E14F74CB}" type="datetimeFigureOut">
              <a:rPr lang="en-ZA" smtClean="0"/>
              <a:t>2025/11/22</a:t>
            </a:fld>
            <a:endParaRPr lang="en-ZA"/>
          </a:p>
        </p:txBody>
      </p:sp>
      <p:sp>
        <p:nvSpPr>
          <p:cNvPr id="5" name="Footer Placeholder 4">
            <a:extLst>
              <a:ext uri="{FF2B5EF4-FFF2-40B4-BE49-F238E27FC236}">
                <a16:creationId xmlns:a16="http://schemas.microsoft.com/office/drawing/2014/main" id="{620918B6-B5E0-5F7E-0F99-5A67B24D1E76}"/>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A38531EB-A5E6-45EE-5D40-4297B37CF9C8}"/>
              </a:ext>
            </a:extLst>
          </p:cNvPr>
          <p:cNvSpPr>
            <a:spLocks noGrp="1"/>
          </p:cNvSpPr>
          <p:nvPr>
            <p:ph type="sldNum" sz="quarter" idx="12"/>
          </p:nvPr>
        </p:nvSpPr>
        <p:spPr/>
        <p:txBody>
          <a:bodyPr/>
          <a:lstStyle/>
          <a:p>
            <a:fld id="{3FD1ADE2-4DC7-4B89-AC5B-A454F5164E74}" type="slidenum">
              <a:rPr lang="en-ZA" smtClean="0"/>
              <a:t>‹#›</a:t>
            </a:fld>
            <a:endParaRPr lang="en-ZA"/>
          </a:p>
        </p:txBody>
      </p:sp>
    </p:spTree>
    <p:extLst>
      <p:ext uri="{BB962C8B-B14F-4D97-AF65-F5344CB8AC3E}">
        <p14:creationId xmlns:p14="http://schemas.microsoft.com/office/powerpoint/2010/main" val="34497278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0028DFF-BDE4-EA63-F8AE-32FF1743495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90BB9DB3-CB3E-F4B3-E2BE-4061A0FBC81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F23E65F0-0878-4E24-2938-E5D3D15E723D}"/>
              </a:ext>
            </a:extLst>
          </p:cNvPr>
          <p:cNvSpPr>
            <a:spLocks noGrp="1"/>
          </p:cNvSpPr>
          <p:nvPr>
            <p:ph type="dt" sz="half" idx="10"/>
          </p:nvPr>
        </p:nvSpPr>
        <p:spPr/>
        <p:txBody>
          <a:bodyPr/>
          <a:lstStyle/>
          <a:p>
            <a:fld id="{B06EDC76-D229-4FE6-B025-01A9E14F74CB}" type="datetimeFigureOut">
              <a:rPr lang="en-ZA" smtClean="0"/>
              <a:t>2025/11/22</a:t>
            </a:fld>
            <a:endParaRPr lang="en-ZA"/>
          </a:p>
        </p:txBody>
      </p:sp>
      <p:sp>
        <p:nvSpPr>
          <p:cNvPr id="5" name="Footer Placeholder 4">
            <a:extLst>
              <a:ext uri="{FF2B5EF4-FFF2-40B4-BE49-F238E27FC236}">
                <a16:creationId xmlns:a16="http://schemas.microsoft.com/office/drawing/2014/main" id="{25C83180-DCD2-8477-F5CB-D9D29F74DDCD}"/>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6DA8A6AA-E0CC-2EC3-0B4D-59CC2D1BC592}"/>
              </a:ext>
            </a:extLst>
          </p:cNvPr>
          <p:cNvSpPr>
            <a:spLocks noGrp="1"/>
          </p:cNvSpPr>
          <p:nvPr>
            <p:ph type="sldNum" sz="quarter" idx="12"/>
          </p:nvPr>
        </p:nvSpPr>
        <p:spPr/>
        <p:txBody>
          <a:bodyPr/>
          <a:lstStyle/>
          <a:p>
            <a:fld id="{3FD1ADE2-4DC7-4B89-AC5B-A454F5164E74}" type="slidenum">
              <a:rPr lang="en-ZA" smtClean="0"/>
              <a:t>‹#›</a:t>
            </a:fld>
            <a:endParaRPr lang="en-ZA"/>
          </a:p>
        </p:txBody>
      </p:sp>
    </p:spTree>
    <p:extLst>
      <p:ext uri="{BB962C8B-B14F-4D97-AF65-F5344CB8AC3E}">
        <p14:creationId xmlns:p14="http://schemas.microsoft.com/office/powerpoint/2010/main" val="2899104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F98F22C-C853-073C-9DE6-08B82E9DB80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ZA"/>
          </a:p>
        </p:txBody>
      </p:sp>
      <p:sp>
        <p:nvSpPr>
          <p:cNvPr id="3" name="Text Placeholder 2">
            <a:extLst>
              <a:ext uri="{FF2B5EF4-FFF2-40B4-BE49-F238E27FC236}">
                <a16:creationId xmlns:a16="http://schemas.microsoft.com/office/drawing/2014/main" id="{4FC000F2-62A9-0885-EA47-FBD9E7040BC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436E01B9-9112-7E1E-5123-032C03AC841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06EDC76-D229-4FE6-B025-01A9E14F74CB}" type="datetimeFigureOut">
              <a:rPr lang="en-ZA" smtClean="0"/>
              <a:t>2025/11/22</a:t>
            </a:fld>
            <a:endParaRPr lang="en-ZA"/>
          </a:p>
        </p:txBody>
      </p:sp>
      <p:sp>
        <p:nvSpPr>
          <p:cNvPr id="5" name="Footer Placeholder 4">
            <a:extLst>
              <a:ext uri="{FF2B5EF4-FFF2-40B4-BE49-F238E27FC236}">
                <a16:creationId xmlns:a16="http://schemas.microsoft.com/office/drawing/2014/main" id="{5B7EE569-1298-A3A8-03AD-E41341A945A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ZA"/>
          </a:p>
        </p:txBody>
      </p:sp>
      <p:sp>
        <p:nvSpPr>
          <p:cNvPr id="6" name="Slide Number Placeholder 5">
            <a:extLst>
              <a:ext uri="{FF2B5EF4-FFF2-40B4-BE49-F238E27FC236}">
                <a16:creationId xmlns:a16="http://schemas.microsoft.com/office/drawing/2014/main" id="{E228A667-4292-C023-BAC9-0634EB2C522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FD1ADE2-4DC7-4B89-AC5B-A454F5164E74}" type="slidenum">
              <a:rPr lang="en-ZA" smtClean="0"/>
              <a:t>‹#›</a:t>
            </a:fld>
            <a:endParaRPr lang="en-ZA"/>
          </a:p>
        </p:txBody>
      </p:sp>
    </p:spTree>
    <p:extLst>
      <p:ext uri="{BB962C8B-B14F-4D97-AF65-F5344CB8AC3E}">
        <p14:creationId xmlns:p14="http://schemas.microsoft.com/office/powerpoint/2010/main" val="10699003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1EADCAF8-8823-4E89-8612-21029831A4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28CA07B2-0819-4B62-9425-7A52BBDD70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p>
        </p:txBody>
      </p:sp>
      <p:grpSp>
        <p:nvGrpSpPr>
          <p:cNvPr id="29" name="Group 28">
            <a:extLst>
              <a:ext uri="{FF2B5EF4-FFF2-40B4-BE49-F238E27FC236}">
                <a16:creationId xmlns:a16="http://schemas.microsoft.com/office/drawing/2014/main" id="{DA02BEE4-A5D4-40AF-882D-49D34B086FF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p:grpSpPr>
        <p:sp>
          <p:nvSpPr>
            <p:cNvPr id="30" name="Freeform: Shape 29">
              <a:extLst>
                <a:ext uri="{FF2B5EF4-FFF2-40B4-BE49-F238E27FC236}">
                  <a16:creationId xmlns:a16="http://schemas.microsoft.com/office/drawing/2014/main" id="{0F5843EB-154F-4459-8954-BB1DF64BBD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adFill>
              <a:gsLst>
                <a:gs pos="2000">
                  <a:schemeClr val="bg1">
                    <a:alpha val="10000"/>
                  </a:schemeClr>
                </a:gs>
                <a:gs pos="16000">
                  <a:schemeClr val="accent6">
                    <a:alpha val="8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1" name="Freeform: Shape 30">
              <a:extLst>
                <a:ext uri="{FF2B5EF4-FFF2-40B4-BE49-F238E27FC236}">
                  <a16:creationId xmlns:a16="http://schemas.microsoft.com/office/drawing/2014/main" id="{75905135-55D9-431B-8D5A-4C5C92B1FE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accent1">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2" name="Freeform: Shape 31">
              <a:extLst>
                <a:ext uri="{FF2B5EF4-FFF2-40B4-BE49-F238E27FC236}">
                  <a16:creationId xmlns:a16="http://schemas.microsoft.com/office/drawing/2014/main" id="{9B732812-A0BB-4324-B390-DFEF26C109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adFill>
              <a:gsLst>
                <a:gs pos="2000">
                  <a:schemeClr val="bg1">
                    <a:alpha val="10000"/>
                  </a:schemeClr>
                </a:gs>
                <a:gs pos="16000">
                  <a:schemeClr val="accent6">
                    <a:alpha val="2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3" name="Freeform: Shape 32">
              <a:extLst>
                <a:ext uri="{FF2B5EF4-FFF2-40B4-BE49-F238E27FC236}">
                  <a16:creationId xmlns:a16="http://schemas.microsoft.com/office/drawing/2014/main" id="{01FEC055-6F76-4E20-BC93-76C2F58EAF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adFill>
              <a:gsLst>
                <a:gs pos="2000">
                  <a:schemeClr val="bg1">
                    <a:alpha val="10000"/>
                  </a:schemeClr>
                </a:gs>
                <a:gs pos="16000">
                  <a:schemeClr val="accent6">
                    <a:alpha val="8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4" name="Freeform: Shape 33">
              <a:extLst>
                <a:ext uri="{FF2B5EF4-FFF2-40B4-BE49-F238E27FC236}">
                  <a16:creationId xmlns:a16="http://schemas.microsoft.com/office/drawing/2014/main" id="{D74CD21D-122E-4F3D-82AF-F4A37C278A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adFill>
              <a:gsLst>
                <a:gs pos="2000">
                  <a:schemeClr val="bg1">
                    <a:alpha val="10000"/>
                  </a:schemeClr>
                </a:gs>
                <a:gs pos="16000">
                  <a:schemeClr val="accent6">
                    <a:alpha val="2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5" name="Freeform: Shape 34">
              <a:extLst>
                <a:ext uri="{FF2B5EF4-FFF2-40B4-BE49-F238E27FC236}">
                  <a16:creationId xmlns:a16="http://schemas.microsoft.com/office/drawing/2014/main" id="{5A7FF51F-3820-41BE-8690-7E758ECFA7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gradFill>
              <a:gsLst>
                <a:gs pos="813">
                  <a:schemeClr val="bg1">
                    <a:alpha val="41000"/>
                  </a:schemeClr>
                </a:gs>
                <a:gs pos="20000">
                  <a:schemeClr val="accent5">
                    <a:lumMod val="85000"/>
                    <a:alpha val="56000"/>
                  </a:schemeClr>
                </a:gs>
                <a:gs pos="44000">
                  <a:schemeClr val="accent6">
                    <a:lumMod val="40000"/>
                    <a:lumOff val="60000"/>
                    <a:alpha val="57000"/>
                  </a:schemeClr>
                </a:gs>
                <a:gs pos="100000">
                  <a:schemeClr val="bg1">
                    <a:alpha val="59000"/>
                  </a:schemeClr>
                </a:gs>
                <a:gs pos="74000">
                  <a:schemeClr val="accent1">
                    <a:lumMod val="91000"/>
                    <a:lumOff val="9000"/>
                    <a:alpha val="34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6" name="Freeform: Shape 35">
              <a:extLst>
                <a:ext uri="{FF2B5EF4-FFF2-40B4-BE49-F238E27FC236}">
                  <a16:creationId xmlns:a16="http://schemas.microsoft.com/office/drawing/2014/main" id="{85EAD889-EA4D-485F-BA9C-F6473A4329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sp>
        <p:nvSpPr>
          <p:cNvPr id="2" name="Title 1">
            <a:extLst>
              <a:ext uri="{FF2B5EF4-FFF2-40B4-BE49-F238E27FC236}">
                <a16:creationId xmlns:a16="http://schemas.microsoft.com/office/drawing/2014/main" id="{835F07DD-350E-9ED5-2890-EE69E652B782}"/>
              </a:ext>
            </a:extLst>
          </p:cNvPr>
          <p:cNvSpPr>
            <a:spLocks noGrp="1"/>
          </p:cNvSpPr>
          <p:nvPr>
            <p:ph type="ctrTitle"/>
          </p:nvPr>
        </p:nvSpPr>
        <p:spPr>
          <a:xfrm>
            <a:off x="3045368" y="2043663"/>
            <a:ext cx="6105194" cy="2031055"/>
          </a:xfrm>
        </p:spPr>
        <p:txBody>
          <a:bodyPr>
            <a:normAutofit/>
          </a:bodyPr>
          <a:lstStyle/>
          <a:p>
            <a:r>
              <a:rPr lang="en-ZA" sz="5200">
                <a:solidFill>
                  <a:schemeClr val="tx2"/>
                </a:solidFill>
              </a:rPr>
              <a:t>ST10032544</a:t>
            </a:r>
          </a:p>
        </p:txBody>
      </p:sp>
      <p:sp>
        <p:nvSpPr>
          <p:cNvPr id="3" name="Subtitle 2">
            <a:extLst>
              <a:ext uri="{FF2B5EF4-FFF2-40B4-BE49-F238E27FC236}">
                <a16:creationId xmlns:a16="http://schemas.microsoft.com/office/drawing/2014/main" id="{6F520A62-191F-C49C-26AA-2BD946EFE427}"/>
              </a:ext>
            </a:extLst>
          </p:cNvPr>
          <p:cNvSpPr>
            <a:spLocks noGrp="1"/>
          </p:cNvSpPr>
          <p:nvPr>
            <p:ph type="subTitle" idx="1"/>
          </p:nvPr>
        </p:nvSpPr>
        <p:spPr>
          <a:xfrm>
            <a:off x="3045368" y="4160126"/>
            <a:ext cx="6105194" cy="682079"/>
          </a:xfrm>
        </p:spPr>
        <p:txBody>
          <a:bodyPr>
            <a:normAutofit/>
          </a:bodyPr>
          <a:lstStyle/>
          <a:p>
            <a:r>
              <a:rPr lang="en-ZA">
                <a:solidFill>
                  <a:schemeClr val="tx2"/>
                </a:solidFill>
              </a:rPr>
              <a:t>PROG6212 Final POE</a:t>
            </a:r>
          </a:p>
        </p:txBody>
      </p:sp>
    </p:spTree>
    <p:extLst>
      <p:ext uri="{BB962C8B-B14F-4D97-AF65-F5344CB8AC3E}">
        <p14:creationId xmlns:p14="http://schemas.microsoft.com/office/powerpoint/2010/main" val="26697637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7" name="Rectangle 46">
            <a:extLst>
              <a:ext uri="{FF2B5EF4-FFF2-40B4-BE49-F238E27FC236}">
                <a16:creationId xmlns:a16="http://schemas.microsoft.com/office/drawing/2014/main" id="{6314D791-4D8A-4854-B8FC-6959656D09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15076E76-3EB3-4269-8135-07CAB20E59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le 1">
            <a:extLst>
              <a:ext uri="{FF2B5EF4-FFF2-40B4-BE49-F238E27FC236}">
                <a16:creationId xmlns:a16="http://schemas.microsoft.com/office/drawing/2014/main" id="{343F0CCB-D65C-4DF8-A47A-2413F48EEDE3}"/>
              </a:ext>
            </a:extLst>
          </p:cNvPr>
          <p:cNvSpPr>
            <a:spLocks noGrp="1"/>
          </p:cNvSpPr>
          <p:nvPr>
            <p:ph type="ctrTitle"/>
          </p:nvPr>
        </p:nvSpPr>
        <p:spPr>
          <a:xfrm>
            <a:off x="2726279" y="1741337"/>
            <a:ext cx="6739136" cy="2387918"/>
          </a:xfrm>
        </p:spPr>
        <p:txBody>
          <a:bodyPr anchor="b">
            <a:normAutofit/>
          </a:bodyPr>
          <a:lstStyle/>
          <a:p>
            <a:r>
              <a:rPr lang="en-ZA" sz="5200">
                <a:solidFill>
                  <a:schemeClr val="tx2"/>
                </a:solidFill>
              </a:rPr>
              <a:t>Contract Monthly Claim System</a:t>
            </a:r>
          </a:p>
        </p:txBody>
      </p:sp>
      <p:grpSp>
        <p:nvGrpSpPr>
          <p:cNvPr id="51" name="Group 50">
            <a:extLst>
              <a:ext uri="{FF2B5EF4-FFF2-40B4-BE49-F238E27FC236}">
                <a16:creationId xmlns:a16="http://schemas.microsoft.com/office/drawing/2014/main" id="{5EB3C7E5-50E1-4F9E-AEA3-A6D2190394F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305" y="0"/>
            <a:ext cx="5163047" cy="3153018"/>
            <a:chOff x="6867015" y="-1"/>
            <a:chExt cx="5324985" cy="3251912"/>
          </a:xfrm>
          <a:solidFill>
            <a:schemeClr val="accent5">
              <a:alpha val="10000"/>
            </a:schemeClr>
          </a:solidFill>
        </p:grpSpPr>
        <p:sp>
          <p:nvSpPr>
            <p:cNvPr id="52" name="Freeform: Shape 51">
              <a:extLst>
                <a:ext uri="{FF2B5EF4-FFF2-40B4-BE49-F238E27FC236}">
                  <a16:creationId xmlns:a16="http://schemas.microsoft.com/office/drawing/2014/main" id="{80233B5C-C5A9-48C0-8C07-21E6F6B360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Freeform: Shape 52">
              <a:extLst>
                <a:ext uri="{FF2B5EF4-FFF2-40B4-BE49-F238E27FC236}">
                  <a16:creationId xmlns:a16="http://schemas.microsoft.com/office/drawing/2014/main" id="{10F3AF96-AAC1-41E3-9F66-0A6277845D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Freeform: Shape 53">
              <a:extLst>
                <a:ext uri="{FF2B5EF4-FFF2-40B4-BE49-F238E27FC236}">
                  <a16:creationId xmlns:a16="http://schemas.microsoft.com/office/drawing/2014/main" id="{5DF38A98-557F-4C23-935A-42806B67AA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Freeform: Shape 54">
              <a:extLst>
                <a:ext uri="{FF2B5EF4-FFF2-40B4-BE49-F238E27FC236}">
                  <a16:creationId xmlns:a16="http://schemas.microsoft.com/office/drawing/2014/main" id="{8ACEB13D-EBFC-4288-B604-572C2F779A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7" name="Group 56">
            <a:extLst>
              <a:ext uri="{FF2B5EF4-FFF2-40B4-BE49-F238E27FC236}">
                <a16:creationId xmlns:a16="http://schemas.microsoft.com/office/drawing/2014/main" id="{B988F9A4-0578-4C59-8B4A-346E02CF3A3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flipH="1">
            <a:off x="9262397" y="3928396"/>
            <a:ext cx="3142400" cy="2716805"/>
            <a:chOff x="-305" y="-4155"/>
            <a:chExt cx="2514948" cy="2174333"/>
          </a:xfrm>
        </p:grpSpPr>
        <p:sp>
          <p:nvSpPr>
            <p:cNvPr id="58" name="Freeform: Shape 57">
              <a:extLst>
                <a:ext uri="{FF2B5EF4-FFF2-40B4-BE49-F238E27FC236}">
                  <a16:creationId xmlns:a16="http://schemas.microsoft.com/office/drawing/2014/main" id="{F63F827B-FA00-442A-A09C-806F1FFA34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Freeform: Shape 58">
              <a:extLst>
                <a:ext uri="{FF2B5EF4-FFF2-40B4-BE49-F238E27FC236}">
                  <a16:creationId xmlns:a16="http://schemas.microsoft.com/office/drawing/2014/main" id="{AC876680-EE75-4791-842F-E23509221D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Freeform: Shape 59">
              <a:extLst>
                <a:ext uri="{FF2B5EF4-FFF2-40B4-BE49-F238E27FC236}">
                  <a16:creationId xmlns:a16="http://schemas.microsoft.com/office/drawing/2014/main" id="{3B9819B2-70D4-4E0A-8D51-6B359B44CB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61" name="Freeform: Shape 60">
              <a:extLst>
                <a:ext uri="{FF2B5EF4-FFF2-40B4-BE49-F238E27FC236}">
                  <a16:creationId xmlns:a16="http://schemas.microsoft.com/office/drawing/2014/main" id="{5FA8033D-6A70-4FA5-8F37-7F8C117C98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24210716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43C823D3-D619-407C-89E0-C6F6B1E7A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047F8E3E-2FFA-4A0F-B3C7-E57ADDCFB4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le 1">
            <a:extLst>
              <a:ext uri="{FF2B5EF4-FFF2-40B4-BE49-F238E27FC236}">
                <a16:creationId xmlns:a16="http://schemas.microsoft.com/office/drawing/2014/main" id="{557C36B6-8346-CF31-A817-E1287082DC22}"/>
              </a:ext>
            </a:extLst>
          </p:cNvPr>
          <p:cNvSpPr>
            <a:spLocks noGrp="1"/>
          </p:cNvSpPr>
          <p:nvPr>
            <p:ph type="title"/>
          </p:nvPr>
        </p:nvSpPr>
        <p:spPr>
          <a:xfrm>
            <a:off x="1179226" y="1594707"/>
            <a:ext cx="9833548" cy="1325563"/>
          </a:xfrm>
        </p:spPr>
        <p:txBody>
          <a:bodyPr anchor="b">
            <a:normAutofit/>
          </a:bodyPr>
          <a:lstStyle/>
          <a:p>
            <a:pPr algn="ctr"/>
            <a:r>
              <a:rPr lang="en-ZA" sz="3600">
                <a:solidFill>
                  <a:schemeClr val="tx2"/>
                </a:solidFill>
              </a:rPr>
              <a:t>Contents</a:t>
            </a:r>
          </a:p>
        </p:txBody>
      </p:sp>
      <p:grpSp>
        <p:nvGrpSpPr>
          <p:cNvPr id="27" name="Group 26">
            <a:extLst>
              <a:ext uri="{FF2B5EF4-FFF2-40B4-BE49-F238E27FC236}">
                <a16:creationId xmlns:a16="http://schemas.microsoft.com/office/drawing/2014/main" id="{33D939F1-7ABE-4D0E-946A-43F37F556AF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3346102" cy="2510865"/>
            <a:chOff x="-305" y="-1"/>
            <a:chExt cx="3832880" cy="2876136"/>
          </a:xfrm>
        </p:grpSpPr>
        <p:sp>
          <p:nvSpPr>
            <p:cNvPr id="28" name="Freeform: Shape 27">
              <a:extLst>
                <a:ext uri="{FF2B5EF4-FFF2-40B4-BE49-F238E27FC236}">
                  <a16:creationId xmlns:a16="http://schemas.microsoft.com/office/drawing/2014/main" id="{63FE0426-0FE4-451E-A8BB-08DA6A6AC2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Shape 28">
              <a:extLst>
                <a:ext uri="{FF2B5EF4-FFF2-40B4-BE49-F238E27FC236}">
                  <a16:creationId xmlns:a16="http://schemas.microsoft.com/office/drawing/2014/main" id="{4A32F7E8-35B4-451F-AA07-AECF7CA1D5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Shape 29">
              <a:extLst>
                <a:ext uri="{FF2B5EF4-FFF2-40B4-BE49-F238E27FC236}">
                  <a16:creationId xmlns:a16="http://schemas.microsoft.com/office/drawing/2014/main" id="{E1097796-C3C8-4772-9EBD-9F5CA368F5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EC4BC137-BB50-4235-A83F-4B4EEE1590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7D63D8DC-2C4A-FA11-8A2E-043585061C3E}"/>
              </a:ext>
            </a:extLst>
          </p:cNvPr>
          <p:cNvSpPr>
            <a:spLocks noGrp="1"/>
          </p:cNvSpPr>
          <p:nvPr>
            <p:ph idx="1"/>
          </p:nvPr>
        </p:nvSpPr>
        <p:spPr>
          <a:xfrm>
            <a:off x="1179226" y="3329677"/>
            <a:ext cx="9833548" cy="2457269"/>
          </a:xfrm>
        </p:spPr>
        <p:txBody>
          <a:bodyPr>
            <a:normAutofit/>
          </a:bodyPr>
          <a:lstStyle/>
          <a:p>
            <a:r>
              <a:rPr lang="en-ZA" sz="1800">
                <a:solidFill>
                  <a:schemeClr val="tx2"/>
                </a:solidFill>
              </a:rPr>
              <a:t>Home Page/Submit Page</a:t>
            </a:r>
          </a:p>
          <a:p>
            <a:r>
              <a:rPr lang="en-ZA" sz="1800">
                <a:solidFill>
                  <a:schemeClr val="tx2"/>
                </a:solidFill>
              </a:rPr>
              <a:t>Verify Page</a:t>
            </a:r>
          </a:p>
          <a:p>
            <a:r>
              <a:rPr lang="en-ZA" sz="1800">
                <a:solidFill>
                  <a:schemeClr val="tx2"/>
                </a:solidFill>
              </a:rPr>
              <a:t>Approve Page</a:t>
            </a:r>
          </a:p>
          <a:p>
            <a:r>
              <a:rPr lang="en-ZA" sz="1800">
                <a:solidFill>
                  <a:schemeClr val="tx2"/>
                </a:solidFill>
              </a:rPr>
              <a:t>Track Page</a:t>
            </a:r>
          </a:p>
        </p:txBody>
      </p:sp>
      <p:grpSp>
        <p:nvGrpSpPr>
          <p:cNvPr id="33" name="Group 32">
            <a:extLst>
              <a:ext uri="{FF2B5EF4-FFF2-40B4-BE49-F238E27FC236}">
                <a16:creationId xmlns:a16="http://schemas.microsoft.com/office/drawing/2014/main" id="{9DB3963A-4187-4A72-9DA4-CA6BADE2293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9072780" y="3734338"/>
            <a:ext cx="3878664" cy="2368659"/>
            <a:chOff x="6867015" y="-1"/>
            <a:chExt cx="5324985" cy="3251912"/>
          </a:xfrm>
          <a:solidFill>
            <a:schemeClr val="accent5">
              <a:alpha val="10000"/>
            </a:schemeClr>
          </a:solidFill>
        </p:grpSpPr>
        <p:sp>
          <p:nvSpPr>
            <p:cNvPr id="34" name="Freeform: Shape 33">
              <a:extLst>
                <a:ext uri="{FF2B5EF4-FFF2-40B4-BE49-F238E27FC236}">
                  <a16:creationId xmlns:a16="http://schemas.microsoft.com/office/drawing/2014/main" id="{2428E75E-001A-4568-B035-574F1303EF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Shape 34">
              <a:extLst>
                <a:ext uri="{FF2B5EF4-FFF2-40B4-BE49-F238E27FC236}">
                  <a16:creationId xmlns:a16="http://schemas.microsoft.com/office/drawing/2014/main" id="{64AC8CFC-1164-4525-82A0-25F75ADCF4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Shape 35">
              <a:extLst>
                <a:ext uri="{FF2B5EF4-FFF2-40B4-BE49-F238E27FC236}">
                  <a16:creationId xmlns:a16="http://schemas.microsoft.com/office/drawing/2014/main" id="{6F35C856-5B70-4CA2-BB8F-A37197D8F9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36">
              <a:extLst>
                <a:ext uri="{FF2B5EF4-FFF2-40B4-BE49-F238E27FC236}">
                  <a16:creationId xmlns:a16="http://schemas.microsoft.com/office/drawing/2014/main" id="{550FD8B0-DE97-47B1-84ED-67A3BD00FE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2851179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B6FACB3C-9069-4791-BC5C-0DB7CD19B8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71F2038E-D777-4B76-81DD-DD13EE91B9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3252234-1ED3-6C6E-26BF-5CAC5030BB56}"/>
              </a:ext>
            </a:extLst>
          </p:cNvPr>
          <p:cNvSpPr>
            <a:spLocks noGrp="1"/>
          </p:cNvSpPr>
          <p:nvPr>
            <p:ph type="title"/>
          </p:nvPr>
        </p:nvSpPr>
        <p:spPr>
          <a:xfrm>
            <a:off x="804672" y="802955"/>
            <a:ext cx="4766330" cy="1454051"/>
          </a:xfrm>
        </p:spPr>
        <p:txBody>
          <a:bodyPr vert="horz" lIns="91440" tIns="45720" rIns="91440" bIns="45720" rtlCol="0" anchor="ctr">
            <a:normAutofit/>
          </a:bodyPr>
          <a:lstStyle/>
          <a:p>
            <a:r>
              <a:rPr lang="en-US" sz="3600" kern="1200" dirty="0">
                <a:solidFill>
                  <a:schemeClr val="tx2"/>
                </a:solidFill>
                <a:latin typeface="+mj-lt"/>
                <a:ea typeface="+mj-ea"/>
                <a:cs typeface="+mj-cs"/>
              </a:rPr>
              <a:t>Submit Page</a:t>
            </a:r>
          </a:p>
        </p:txBody>
      </p:sp>
      <p:sp>
        <p:nvSpPr>
          <p:cNvPr id="4" name="Text Placeholder 3">
            <a:extLst>
              <a:ext uri="{FF2B5EF4-FFF2-40B4-BE49-F238E27FC236}">
                <a16:creationId xmlns:a16="http://schemas.microsoft.com/office/drawing/2014/main" id="{3CD1BDA0-7D9F-2B23-2E2D-829E1DA89CB5}"/>
              </a:ext>
            </a:extLst>
          </p:cNvPr>
          <p:cNvSpPr>
            <a:spLocks noGrp="1"/>
          </p:cNvSpPr>
          <p:nvPr>
            <p:ph type="body" sz="half" idx="2"/>
          </p:nvPr>
        </p:nvSpPr>
        <p:spPr>
          <a:xfrm>
            <a:off x="804672" y="2421683"/>
            <a:ext cx="4765949" cy="3353476"/>
          </a:xfrm>
        </p:spPr>
        <p:txBody>
          <a:bodyPr vert="horz" lIns="91440" tIns="45720" rIns="91440" bIns="45720" rtlCol="0" anchor="t">
            <a:normAutofit/>
          </a:bodyPr>
          <a:lstStyle/>
          <a:p>
            <a:pPr indent="-228600">
              <a:buFont typeface="Arial" panose="020B0604020202020204" pitchFamily="34" charset="0"/>
              <a:buChar char="•"/>
            </a:pPr>
            <a:r>
              <a:rPr lang="en-US" sz="1800" dirty="0">
                <a:solidFill>
                  <a:schemeClr val="tx2"/>
                </a:solidFill>
              </a:rPr>
              <a:t>The submission page.</a:t>
            </a:r>
          </a:p>
          <a:p>
            <a:pPr indent="-228600">
              <a:buFont typeface="Arial" panose="020B0604020202020204" pitchFamily="34" charset="0"/>
              <a:buChar char="•"/>
            </a:pPr>
            <a:r>
              <a:rPr lang="en-US" sz="1800" dirty="0">
                <a:solidFill>
                  <a:schemeClr val="tx2"/>
                </a:solidFill>
              </a:rPr>
              <a:t>This is the page where the lecturers submit their claims and seen with the image provide on the right. Its is a very simple process as you enter your details and each provided block has to the be filled in with the proper information requested. If that is not done the page will notify you as you have an incomplete area. Thus, not allowing you to proceed. Once your claim is submitted successfully you will then receive a notification telling you that the claim has been completed successfully.</a:t>
            </a:r>
          </a:p>
        </p:txBody>
      </p:sp>
      <p:grpSp>
        <p:nvGrpSpPr>
          <p:cNvPr id="28" name="Group 27">
            <a:extLst>
              <a:ext uri="{FF2B5EF4-FFF2-40B4-BE49-F238E27FC236}">
                <a16:creationId xmlns:a16="http://schemas.microsoft.com/office/drawing/2014/main" id="{DD354807-230F-4402-B1B9-F733A8F1F19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18240" y="-16714"/>
            <a:ext cx="6373761" cy="6874714"/>
            <a:chOff x="5818240" y="-1"/>
            <a:chExt cx="6373761" cy="6874714"/>
          </a:xfrm>
        </p:grpSpPr>
        <p:sp>
          <p:nvSpPr>
            <p:cNvPr id="29" name="Freeform: Shape 28">
              <a:extLst>
                <a:ext uri="{FF2B5EF4-FFF2-40B4-BE49-F238E27FC236}">
                  <a16:creationId xmlns:a16="http://schemas.microsoft.com/office/drawing/2014/main" id="{BF5A6F4A-CE87-4D5C-9382-8167967CE8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18240" y="-1"/>
              <a:ext cx="6373761" cy="6874714"/>
            </a:xfrm>
            <a:custGeom>
              <a:avLst/>
              <a:gdLst>
                <a:gd name="connsiteX0" fmla="*/ 6373761 w 6373761"/>
                <a:gd name="connsiteY0" fmla="*/ 5771297 h 6874714"/>
                <a:gd name="connsiteX1" fmla="*/ 6373761 w 6373761"/>
                <a:gd name="connsiteY1" fmla="*/ 6247960 h 6874714"/>
                <a:gd name="connsiteX2" fmla="*/ 6235932 w 6373761"/>
                <a:gd name="connsiteY2" fmla="*/ 6361930 h 6874714"/>
                <a:gd name="connsiteX3" fmla="*/ 5960375 w 6373761"/>
                <a:gd name="connsiteY3" fmla="*/ 6587489 h 6874714"/>
                <a:gd name="connsiteX4" fmla="*/ 5822907 w 6373761"/>
                <a:gd name="connsiteY4" fmla="*/ 6701871 h 6874714"/>
                <a:gd name="connsiteX5" fmla="*/ 5681115 w 6373761"/>
                <a:gd name="connsiteY5" fmla="*/ 6816896 h 6874714"/>
                <a:gd name="connsiteX6" fmla="*/ 5604096 w 6373761"/>
                <a:gd name="connsiteY6" fmla="*/ 6874714 h 6874714"/>
                <a:gd name="connsiteX7" fmla="*/ 4878485 w 6373761"/>
                <a:gd name="connsiteY7" fmla="*/ 6874714 h 6874714"/>
                <a:gd name="connsiteX8" fmla="*/ 5006014 w 6373761"/>
                <a:gd name="connsiteY8" fmla="*/ 6800200 h 6874714"/>
                <a:gd name="connsiteX9" fmla="*/ 5149855 w 6373761"/>
                <a:gd name="connsiteY9" fmla="*/ 6707667 h 6874714"/>
                <a:gd name="connsiteX10" fmla="*/ 5431866 w 6373761"/>
                <a:gd name="connsiteY10" fmla="*/ 6506210 h 6874714"/>
                <a:gd name="connsiteX11" fmla="*/ 5571036 w 6373761"/>
                <a:gd name="connsiteY11" fmla="*/ 6399557 h 6874714"/>
                <a:gd name="connsiteX12" fmla="*/ 5711649 w 6373761"/>
                <a:gd name="connsiteY12" fmla="*/ 6288912 h 6874714"/>
                <a:gd name="connsiteX13" fmla="*/ 6276589 w 6373761"/>
                <a:gd name="connsiteY13" fmla="*/ 5852379 h 6874714"/>
                <a:gd name="connsiteX14" fmla="*/ 3975975 w 6373761"/>
                <a:gd name="connsiteY14" fmla="*/ 263 h 6874714"/>
                <a:gd name="connsiteX15" fmla="*/ 4350473 w 6373761"/>
                <a:gd name="connsiteY15" fmla="*/ 24963 h 6874714"/>
                <a:gd name="connsiteX16" fmla="*/ 5077909 w 6373761"/>
                <a:gd name="connsiteY16" fmla="*/ 189450 h 6874714"/>
                <a:gd name="connsiteX17" fmla="*/ 5746507 w 6373761"/>
                <a:gd name="connsiteY17" fmla="*/ 505804 h 6874714"/>
                <a:gd name="connsiteX18" fmla="*/ 6322456 w 6373761"/>
                <a:gd name="connsiteY18" fmla="*/ 956633 h 6874714"/>
                <a:gd name="connsiteX19" fmla="*/ 6373761 w 6373761"/>
                <a:gd name="connsiteY19" fmla="*/ 1011863 h 6874714"/>
                <a:gd name="connsiteX20" fmla="*/ 6373761 w 6373761"/>
                <a:gd name="connsiteY20" fmla="*/ 1185075 h 6874714"/>
                <a:gd name="connsiteX21" fmla="*/ 6359489 w 6373761"/>
                <a:gd name="connsiteY21" fmla="*/ 1169497 h 6874714"/>
                <a:gd name="connsiteX22" fmla="*/ 6233869 w 6373761"/>
                <a:gd name="connsiteY22" fmla="*/ 1047442 h 6874714"/>
                <a:gd name="connsiteX23" fmla="*/ 5961423 w 6373761"/>
                <a:gd name="connsiteY23" fmla="*/ 827953 h 6874714"/>
                <a:gd name="connsiteX24" fmla="*/ 5663555 w 6373761"/>
                <a:gd name="connsiteY24" fmla="*/ 645304 h 6874714"/>
                <a:gd name="connsiteX25" fmla="*/ 5013827 w 6373761"/>
                <a:gd name="connsiteY25" fmla="*/ 397863 h 6874714"/>
                <a:gd name="connsiteX26" fmla="*/ 4327409 w 6373761"/>
                <a:gd name="connsiteY26" fmla="*/ 302545 h 6874714"/>
                <a:gd name="connsiteX27" fmla="*/ 3639939 w 6373761"/>
                <a:gd name="connsiteY27" fmla="*/ 338868 h 6874714"/>
                <a:gd name="connsiteX28" fmla="*/ 3302495 w 6373761"/>
                <a:gd name="connsiteY28" fmla="*/ 403659 h 6874714"/>
                <a:gd name="connsiteX29" fmla="*/ 2971604 w 6373761"/>
                <a:gd name="connsiteY29" fmla="*/ 496273 h 6874714"/>
                <a:gd name="connsiteX30" fmla="*/ 2648706 w 6373761"/>
                <a:gd name="connsiteY30" fmla="*/ 614389 h 6874714"/>
                <a:gd name="connsiteX31" fmla="*/ 2335374 w 6373761"/>
                <a:gd name="connsiteY31" fmla="*/ 757109 h 6874714"/>
                <a:gd name="connsiteX32" fmla="*/ 1741342 w 6373761"/>
                <a:gd name="connsiteY32" fmla="*/ 1107725 h 6874714"/>
                <a:gd name="connsiteX33" fmla="*/ 1600861 w 6373761"/>
                <a:gd name="connsiteY33" fmla="*/ 1208710 h 6874714"/>
                <a:gd name="connsiteX34" fmla="*/ 1531799 w 6373761"/>
                <a:gd name="connsiteY34" fmla="*/ 1260879 h 6874714"/>
                <a:gd name="connsiteX35" fmla="*/ 1463655 w 6373761"/>
                <a:gd name="connsiteY35" fmla="*/ 1314333 h 6874714"/>
                <a:gd name="connsiteX36" fmla="*/ 1200777 w 6373761"/>
                <a:gd name="connsiteY36" fmla="*/ 1541166 h 6874714"/>
                <a:gd name="connsiteX37" fmla="*/ 731501 w 6373761"/>
                <a:gd name="connsiteY37" fmla="*/ 2055754 h 6874714"/>
                <a:gd name="connsiteX38" fmla="*/ 531393 w 6373761"/>
                <a:gd name="connsiteY38" fmla="*/ 2342739 h 6874714"/>
                <a:gd name="connsiteX39" fmla="*/ 361033 w 6373761"/>
                <a:gd name="connsiteY39" fmla="*/ 2649046 h 6874714"/>
                <a:gd name="connsiteX40" fmla="*/ 323292 w 6373761"/>
                <a:gd name="connsiteY40" fmla="*/ 2728263 h 6874714"/>
                <a:gd name="connsiteX41" fmla="*/ 304945 w 6373761"/>
                <a:gd name="connsiteY41" fmla="*/ 2768193 h 6874714"/>
                <a:gd name="connsiteX42" fmla="*/ 287516 w 6373761"/>
                <a:gd name="connsiteY42" fmla="*/ 2808510 h 6874714"/>
                <a:gd name="connsiteX43" fmla="*/ 254230 w 6373761"/>
                <a:gd name="connsiteY43" fmla="*/ 2889788 h 6874714"/>
                <a:gd name="connsiteX44" fmla="*/ 223042 w 6373761"/>
                <a:gd name="connsiteY44" fmla="*/ 2971968 h 6874714"/>
                <a:gd name="connsiteX45" fmla="*/ 121611 w 6373761"/>
                <a:gd name="connsiteY45" fmla="*/ 3308544 h 6874714"/>
                <a:gd name="connsiteX46" fmla="*/ 39314 w 6373761"/>
                <a:gd name="connsiteY46" fmla="*/ 4005912 h 6874714"/>
                <a:gd name="connsiteX47" fmla="*/ 73910 w 6373761"/>
                <a:gd name="connsiteY47" fmla="*/ 4354081 h 6874714"/>
                <a:gd name="connsiteX48" fmla="*/ 179534 w 6373761"/>
                <a:gd name="connsiteY48" fmla="*/ 4687050 h 6874714"/>
                <a:gd name="connsiteX49" fmla="*/ 215964 w 6373761"/>
                <a:gd name="connsiteY49" fmla="*/ 4766654 h 6874714"/>
                <a:gd name="connsiteX50" fmla="*/ 256457 w 6373761"/>
                <a:gd name="connsiteY50" fmla="*/ 4844455 h 6874714"/>
                <a:gd name="connsiteX51" fmla="*/ 346225 w 6373761"/>
                <a:gd name="connsiteY51" fmla="*/ 4995290 h 6874714"/>
                <a:gd name="connsiteX52" fmla="*/ 445296 w 6373761"/>
                <a:gd name="connsiteY52" fmla="*/ 5140971 h 6874714"/>
                <a:gd name="connsiteX53" fmla="*/ 551443 w 6373761"/>
                <a:gd name="connsiteY53" fmla="*/ 5282531 h 6874714"/>
                <a:gd name="connsiteX54" fmla="*/ 772387 w 6373761"/>
                <a:gd name="connsiteY54" fmla="*/ 5562561 h 6874714"/>
                <a:gd name="connsiteX55" fmla="*/ 882858 w 6373761"/>
                <a:gd name="connsiteY55" fmla="*/ 5704507 h 6874714"/>
                <a:gd name="connsiteX56" fmla="*/ 990316 w 6373761"/>
                <a:gd name="connsiteY56" fmla="*/ 5848258 h 6874714"/>
                <a:gd name="connsiteX57" fmla="*/ 1097774 w 6373761"/>
                <a:gd name="connsiteY57" fmla="*/ 5987114 h 6874714"/>
                <a:gd name="connsiteX58" fmla="*/ 1210080 w 6373761"/>
                <a:gd name="connsiteY58" fmla="*/ 6121203 h 6874714"/>
                <a:gd name="connsiteX59" fmla="*/ 1448192 w 6373761"/>
                <a:gd name="connsiteY59" fmla="*/ 6374054 h 6874714"/>
                <a:gd name="connsiteX60" fmla="*/ 1982991 w 6373761"/>
                <a:gd name="connsiteY60" fmla="*/ 6796158 h 6874714"/>
                <a:gd name="connsiteX61" fmla="*/ 2118475 w 6373761"/>
                <a:gd name="connsiteY61" fmla="*/ 6874714 h 6874714"/>
                <a:gd name="connsiteX62" fmla="*/ 1569874 w 6373761"/>
                <a:gd name="connsiteY62" fmla="*/ 6874714 h 6874714"/>
                <a:gd name="connsiteX63" fmla="*/ 1507802 w 6373761"/>
                <a:gd name="connsiteY63" fmla="*/ 6817815 h 6874714"/>
                <a:gd name="connsiteX64" fmla="*/ 1256865 w 6373761"/>
                <a:gd name="connsiteY64" fmla="*/ 6543437 h 6874714"/>
                <a:gd name="connsiteX65" fmla="*/ 1038410 w 6373761"/>
                <a:gd name="connsiteY65" fmla="*/ 6248722 h 6874714"/>
                <a:gd name="connsiteX66" fmla="*/ 845380 w 6373761"/>
                <a:gd name="connsiteY66" fmla="*/ 5941386 h 6874714"/>
                <a:gd name="connsiteX67" fmla="*/ 755351 w 6373761"/>
                <a:gd name="connsiteY67" fmla="*/ 5788877 h 6874714"/>
                <a:gd name="connsiteX68" fmla="*/ 661784 w 6373761"/>
                <a:gd name="connsiteY68" fmla="*/ 5638944 h 6874714"/>
                <a:gd name="connsiteX69" fmla="*/ 466525 w 6373761"/>
                <a:gd name="connsiteY69" fmla="*/ 5340366 h 6874714"/>
                <a:gd name="connsiteX70" fmla="*/ 370992 w 6373761"/>
                <a:gd name="connsiteY70" fmla="*/ 5188502 h 6874714"/>
                <a:gd name="connsiteX71" fmla="*/ 280046 w 6373761"/>
                <a:gd name="connsiteY71" fmla="*/ 5033287 h 6874714"/>
                <a:gd name="connsiteX72" fmla="*/ 126853 w 6373761"/>
                <a:gd name="connsiteY72" fmla="*/ 4707660 h 6874714"/>
                <a:gd name="connsiteX73" fmla="*/ 30272 w 6373761"/>
                <a:gd name="connsiteY73" fmla="*/ 4362068 h 6874714"/>
                <a:gd name="connsiteX74" fmla="*/ 0 w 6373761"/>
                <a:gd name="connsiteY74" fmla="*/ 4005912 h 6874714"/>
                <a:gd name="connsiteX75" fmla="*/ 270480 w 6373761"/>
                <a:gd name="connsiteY75" fmla="*/ 2610532 h 6874714"/>
                <a:gd name="connsiteX76" fmla="*/ 415942 w 6373761"/>
                <a:gd name="connsiteY76" fmla="*/ 2280526 h 6874714"/>
                <a:gd name="connsiteX77" fmla="*/ 590102 w 6373761"/>
                <a:gd name="connsiteY77" fmla="*/ 1962626 h 6874714"/>
                <a:gd name="connsiteX78" fmla="*/ 1020719 w 6373761"/>
                <a:gd name="connsiteY78" fmla="*/ 1373070 h 6874714"/>
                <a:gd name="connsiteX79" fmla="*/ 1275080 w 6373761"/>
                <a:gd name="connsiteY79" fmla="*/ 1107081 h 6874714"/>
                <a:gd name="connsiteX80" fmla="*/ 1342437 w 6373761"/>
                <a:gd name="connsiteY80" fmla="*/ 1043965 h 6874714"/>
                <a:gd name="connsiteX81" fmla="*/ 1411106 w 6373761"/>
                <a:gd name="connsiteY81" fmla="*/ 982138 h 6874714"/>
                <a:gd name="connsiteX82" fmla="*/ 1553029 w 6373761"/>
                <a:gd name="connsiteY82" fmla="*/ 863376 h 6874714"/>
                <a:gd name="connsiteX83" fmla="*/ 2173401 w 6373761"/>
                <a:gd name="connsiteY83" fmla="*/ 454409 h 6874714"/>
                <a:gd name="connsiteX84" fmla="*/ 3599708 w 6373761"/>
                <a:gd name="connsiteY84" fmla="*/ 16332 h 6874714"/>
                <a:gd name="connsiteX85" fmla="*/ 3975975 w 6373761"/>
                <a:gd name="connsiteY85" fmla="*/ 263 h 6874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6373761" h="6874714">
                  <a:moveTo>
                    <a:pt x="6373761" y="5771297"/>
                  </a:moveTo>
                  <a:lnTo>
                    <a:pt x="6373761" y="6247960"/>
                  </a:lnTo>
                  <a:lnTo>
                    <a:pt x="6235932" y="6361930"/>
                  </a:lnTo>
                  <a:cubicBezTo>
                    <a:pt x="6143250" y="6437460"/>
                    <a:pt x="6051059" y="6512200"/>
                    <a:pt x="5960375" y="6587489"/>
                  </a:cubicBezTo>
                  <a:lnTo>
                    <a:pt x="5822907" y="6701871"/>
                  </a:lnTo>
                  <a:cubicBezTo>
                    <a:pt x="5776123" y="6740385"/>
                    <a:pt x="5729079" y="6778899"/>
                    <a:pt x="5681115" y="6816896"/>
                  </a:cubicBezTo>
                  <a:lnTo>
                    <a:pt x="5604096" y="6874714"/>
                  </a:lnTo>
                  <a:lnTo>
                    <a:pt x="4878485" y="6874714"/>
                  </a:lnTo>
                  <a:lnTo>
                    <a:pt x="5006014" y="6800200"/>
                  </a:lnTo>
                  <a:cubicBezTo>
                    <a:pt x="5054354" y="6770429"/>
                    <a:pt x="5102285" y="6739483"/>
                    <a:pt x="5149855" y="6707667"/>
                  </a:cubicBezTo>
                  <a:cubicBezTo>
                    <a:pt x="5244993" y="6643906"/>
                    <a:pt x="5338561" y="6576025"/>
                    <a:pt x="5431866" y="6506210"/>
                  </a:cubicBezTo>
                  <a:cubicBezTo>
                    <a:pt x="5478386" y="6471304"/>
                    <a:pt x="5524777" y="6435495"/>
                    <a:pt x="5571036" y="6399557"/>
                  </a:cubicBezTo>
                  <a:lnTo>
                    <a:pt x="5711649" y="6288912"/>
                  </a:lnTo>
                  <a:cubicBezTo>
                    <a:pt x="5902059" y="6140395"/>
                    <a:pt x="6093257" y="5998320"/>
                    <a:pt x="6276589" y="5852379"/>
                  </a:cubicBezTo>
                  <a:close/>
                  <a:moveTo>
                    <a:pt x="3975975" y="263"/>
                  </a:moveTo>
                  <a:cubicBezTo>
                    <a:pt x="4101550" y="1809"/>
                    <a:pt x="4226830" y="10149"/>
                    <a:pt x="4350473" y="24963"/>
                  </a:cubicBezTo>
                  <a:cubicBezTo>
                    <a:pt x="4598149" y="54846"/>
                    <a:pt x="4842943" y="108687"/>
                    <a:pt x="5077909" y="189450"/>
                  </a:cubicBezTo>
                  <a:cubicBezTo>
                    <a:pt x="5312876" y="269955"/>
                    <a:pt x="5537357" y="376867"/>
                    <a:pt x="5746507" y="505804"/>
                  </a:cubicBezTo>
                  <a:cubicBezTo>
                    <a:pt x="5955527" y="634999"/>
                    <a:pt x="6148688" y="786864"/>
                    <a:pt x="6322456" y="956633"/>
                  </a:cubicBezTo>
                  <a:lnTo>
                    <a:pt x="6373761" y="1011863"/>
                  </a:lnTo>
                  <a:lnTo>
                    <a:pt x="6373761" y="1185075"/>
                  </a:lnTo>
                  <a:lnTo>
                    <a:pt x="6359489" y="1169497"/>
                  </a:lnTo>
                  <a:cubicBezTo>
                    <a:pt x="6318811" y="1127602"/>
                    <a:pt x="6276917" y="1086890"/>
                    <a:pt x="6233869" y="1047442"/>
                  </a:cubicBezTo>
                  <a:cubicBezTo>
                    <a:pt x="6147509" y="968870"/>
                    <a:pt x="6056431" y="895448"/>
                    <a:pt x="5961423" y="827953"/>
                  </a:cubicBezTo>
                  <a:cubicBezTo>
                    <a:pt x="5865891" y="761102"/>
                    <a:pt x="5766688" y="699403"/>
                    <a:pt x="5663555" y="645304"/>
                  </a:cubicBezTo>
                  <a:cubicBezTo>
                    <a:pt x="5457943" y="535816"/>
                    <a:pt x="5238703" y="453894"/>
                    <a:pt x="5013827" y="397863"/>
                  </a:cubicBezTo>
                  <a:cubicBezTo>
                    <a:pt x="4788953" y="341703"/>
                    <a:pt x="4558442" y="310917"/>
                    <a:pt x="4327409" y="302545"/>
                  </a:cubicBezTo>
                  <a:cubicBezTo>
                    <a:pt x="4096111" y="293012"/>
                    <a:pt x="3867174" y="305893"/>
                    <a:pt x="3639939" y="338868"/>
                  </a:cubicBezTo>
                  <a:cubicBezTo>
                    <a:pt x="3526585" y="355999"/>
                    <a:pt x="3413885" y="377254"/>
                    <a:pt x="3302495" y="403659"/>
                  </a:cubicBezTo>
                  <a:cubicBezTo>
                    <a:pt x="3191107" y="430451"/>
                    <a:pt x="3080634" y="460978"/>
                    <a:pt x="2971604" y="496273"/>
                  </a:cubicBezTo>
                  <a:cubicBezTo>
                    <a:pt x="2862573" y="531437"/>
                    <a:pt x="2754854" y="570852"/>
                    <a:pt x="2648706" y="614389"/>
                  </a:cubicBezTo>
                  <a:cubicBezTo>
                    <a:pt x="2542690" y="658056"/>
                    <a:pt x="2438114" y="705714"/>
                    <a:pt x="2335374" y="757109"/>
                  </a:cubicBezTo>
                  <a:cubicBezTo>
                    <a:pt x="2129894" y="859769"/>
                    <a:pt x="1931228" y="976855"/>
                    <a:pt x="1741342" y="1107725"/>
                  </a:cubicBezTo>
                  <a:cubicBezTo>
                    <a:pt x="1694035" y="1140571"/>
                    <a:pt x="1646858" y="1173933"/>
                    <a:pt x="1600861" y="1208710"/>
                  </a:cubicBezTo>
                  <a:cubicBezTo>
                    <a:pt x="1577535" y="1225713"/>
                    <a:pt x="1554732" y="1243361"/>
                    <a:pt x="1531799" y="1260879"/>
                  </a:cubicBezTo>
                  <a:cubicBezTo>
                    <a:pt x="1508735" y="1278267"/>
                    <a:pt x="1486064" y="1296171"/>
                    <a:pt x="1463655" y="1314333"/>
                  </a:cubicBezTo>
                  <a:cubicBezTo>
                    <a:pt x="1373627" y="1386853"/>
                    <a:pt x="1285564" y="1462077"/>
                    <a:pt x="1200777" y="1541166"/>
                  </a:cubicBezTo>
                  <a:cubicBezTo>
                    <a:pt x="1030810" y="1698827"/>
                    <a:pt x="873161" y="1870785"/>
                    <a:pt x="731501" y="2055754"/>
                  </a:cubicBezTo>
                  <a:cubicBezTo>
                    <a:pt x="660734" y="2148239"/>
                    <a:pt x="593771" y="2243944"/>
                    <a:pt x="531393" y="2342739"/>
                  </a:cubicBezTo>
                  <a:cubicBezTo>
                    <a:pt x="470063" y="2442050"/>
                    <a:pt x="412140" y="2543810"/>
                    <a:pt x="361033" y="2649046"/>
                  </a:cubicBezTo>
                  <a:cubicBezTo>
                    <a:pt x="347798" y="2675194"/>
                    <a:pt x="335479" y="2701728"/>
                    <a:pt x="323292" y="2728263"/>
                  </a:cubicBezTo>
                  <a:lnTo>
                    <a:pt x="304945" y="2768193"/>
                  </a:lnTo>
                  <a:lnTo>
                    <a:pt x="287516" y="2808510"/>
                  </a:lnTo>
                  <a:cubicBezTo>
                    <a:pt x="276115" y="2835432"/>
                    <a:pt x="264583" y="2862352"/>
                    <a:pt x="254230" y="2889788"/>
                  </a:cubicBezTo>
                  <a:cubicBezTo>
                    <a:pt x="243877" y="2917224"/>
                    <a:pt x="232477" y="2944274"/>
                    <a:pt x="223042" y="2971968"/>
                  </a:cubicBezTo>
                  <a:cubicBezTo>
                    <a:pt x="182679" y="3081970"/>
                    <a:pt x="148475" y="3194291"/>
                    <a:pt x="121611" y="3308544"/>
                  </a:cubicBezTo>
                  <a:cubicBezTo>
                    <a:pt x="67096" y="3536534"/>
                    <a:pt x="39183" y="3771224"/>
                    <a:pt x="39314" y="4005912"/>
                  </a:cubicBezTo>
                  <a:cubicBezTo>
                    <a:pt x="39969" y="4122871"/>
                    <a:pt x="51109" y="4239571"/>
                    <a:pt x="73910" y="4354081"/>
                  </a:cubicBezTo>
                  <a:cubicBezTo>
                    <a:pt x="97892" y="4468334"/>
                    <a:pt x="132619" y="4580140"/>
                    <a:pt x="179534" y="4687050"/>
                  </a:cubicBezTo>
                  <a:cubicBezTo>
                    <a:pt x="190673" y="4713972"/>
                    <a:pt x="203647" y="4740249"/>
                    <a:pt x="215964" y="4766654"/>
                  </a:cubicBezTo>
                  <a:cubicBezTo>
                    <a:pt x="229332" y="4792674"/>
                    <a:pt x="242043" y="4818950"/>
                    <a:pt x="256457" y="4844455"/>
                  </a:cubicBezTo>
                  <a:cubicBezTo>
                    <a:pt x="283978" y="4895978"/>
                    <a:pt x="314642" y="4945956"/>
                    <a:pt x="346225" y="4995290"/>
                  </a:cubicBezTo>
                  <a:cubicBezTo>
                    <a:pt x="377676" y="5044752"/>
                    <a:pt x="411355" y="5092926"/>
                    <a:pt x="445296" y="5140971"/>
                  </a:cubicBezTo>
                  <a:cubicBezTo>
                    <a:pt x="479760" y="5188630"/>
                    <a:pt x="515537" y="5235645"/>
                    <a:pt x="551443" y="5282531"/>
                  </a:cubicBezTo>
                  <a:cubicBezTo>
                    <a:pt x="623387" y="5376434"/>
                    <a:pt x="698608" y="5468402"/>
                    <a:pt x="772387" y="5562561"/>
                  </a:cubicBezTo>
                  <a:cubicBezTo>
                    <a:pt x="809472" y="5609448"/>
                    <a:pt x="846428" y="5656719"/>
                    <a:pt x="882858" y="5704507"/>
                  </a:cubicBezTo>
                  <a:cubicBezTo>
                    <a:pt x="919159" y="5751909"/>
                    <a:pt x="955196" y="5802273"/>
                    <a:pt x="990316" y="5848258"/>
                  </a:cubicBezTo>
                  <a:cubicBezTo>
                    <a:pt x="1025175" y="5895402"/>
                    <a:pt x="1061736" y="5941129"/>
                    <a:pt x="1097774" y="5987114"/>
                  </a:cubicBezTo>
                  <a:cubicBezTo>
                    <a:pt x="1134860" y="6032326"/>
                    <a:pt x="1171684" y="6077536"/>
                    <a:pt x="1210080" y="6121203"/>
                  </a:cubicBezTo>
                  <a:cubicBezTo>
                    <a:pt x="1286350" y="6209051"/>
                    <a:pt x="1365632" y="6293677"/>
                    <a:pt x="1448192" y="6374054"/>
                  </a:cubicBezTo>
                  <a:cubicBezTo>
                    <a:pt x="1613572" y="6534420"/>
                    <a:pt x="1792057" y="6677526"/>
                    <a:pt x="1982991" y="6796158"/>
                  </a:cubicBezTo>
                  <a:lnTo>
                    <a:pt x="2118475" y="6874714"/>
                  </a:lnTo>
                  <a:lnTo>
                    <a:pt x="1569874" y="6874714"/>
                  </a:lnTo>
                  <a:lnTo>
                    <a:pt x="1507802" y="6817815"/>
                  </a:lnTo>
                  <a:cubicBezTo>
                    <a:pt x="1418412" y="6730595"/>
                    <a:pt x="1334903" y="6638562"/>
                    <a:pt x="1256865" y="6543437"/>
                  </a:cubicBezTo>
                  <a:cubicBezTo>
                    <a:pt x="1179155" y="6447861"/>
                    <a:pt x="1106817" y="6349194"/>
                    <a:pt x="1038410" y="6248722"/>
                  </a:cubicBezTo>
                  <a:cubicBezTo>
                    <a:pt x="969873" y="6148253"/>
                    <a:pt x="905922" y="6045592"/>
                    <a:pt x="845380" y="5941386"/>
                  </a:cubicBezTo>
                  <a:cubicBezTo>
                    <a:pt x="814453" y="5888704"/>
                    <a:pt x="786147" y="5839370"/>
                    <a:pt x="755351" y="5788877"/>
                  </a:cubicBezTo>
                  <a:cubicBezTo>
                    <a:pt x="724817" y="5738771"/>
                    <a:pt x="693760" y="5688665"/>
                    <a:pt x="661784" y="5638944"/>
                  </a:cubicBezTo>
                  <a:lnTo>
                    <a:pt x="466525" y="5340366"/>
                  </a:lnTo>
                  <a:cubicBezTo>
                    <a:pt x="434156" y="5290131"/>
                    <a:pt x="402181" y="5239639"/>
                    <a:pt x="370992" y="5188502"/>
                  </a:cubicBezTo>
                  <a:cubicBezTo>
                    <a:pt x="339803" y="5137364"/>
                    <a:pt x="308876" y="5086099"/>
                    <a:pt x="280046" y="5033287"/>
                  </a:cubicBezTo>
                  <a:cubicBezTo>
                    <a:pt x="222255" y="4928179"/>
                    <a:pt x="169181" y="4819982"/>
                    <a:pt x="126853" y="4707660"/>
                  </a:cubicBezTo>
                  <a:cubicBezTo>
                    <a:pt x="83739" y="4595725"/>
                    <a:pt x="51764" y="4479670"/>
                    <a:pt x="30272" y="4362068"/>
                  </a:cubicBezTo>
                  <a:cubicBezTo>
                    <a:pt x="9698" y="4244466"/>
                    <a:pt x="0" y="4125060"/>
                    <a:pt x="0" y="4005912"/>
                  </a:cubicBezTo>
                  <a:cubicBezTo>
                    <a:pt x="1704" y="3530867"/>
                    <a:pt x="95140" y="3057110"/>
                    <a:pt x="270480" y="2610532"/>
                  </a:cubicBezTo>
                  <a:cubicBezTo>
                    <a:pt x="314511" y="2498984"/>
                    <a:pt x="362212" y="2388466"/>
                    <a:pt x="415942" y="2280526"/>
                  </a:cubicBezTo>
                  <a:cubicBezTo>
                    <a:pt x="468884" y="2172197"/>
                    <a:pt x="527199" y="2066188"/>
                    <a:pt x="590102" y="1962626"/>
                  </a:cubicBezTo>
                  <a:cubicBezTo>
                    <a:pt x="716037" y="1755631"/>
                    <a:pt x="859794" y="1557653"/>
                    <a:pt x="1020719" y="1373070"/>
                  </a:cubicBezTo>
                  <a:cubicBezTo>
                    <a:pt x="1101575" y="1281101"/>
                    <a:pt x="1185969" y="1191838"/>
                    <a:pt x="1275080" y="1107081"/>
                  </a:cubicBezTo>
                  <a:cubicBezTo>
                    <a:pt x="1297227" y="1085699"/>
                    <a:pt x="1319504" y="1064575"/>
                    <a:pt x="1342437" y="1043965"/>
                  </a:cubicBezTo>
                  <a:cubicBezTo>
                    <a:pt x="1365240" y="1023226"/>
                    <a:pt x="1387648" y="1002102"/>
                    <a:pt x="1411106" y="982138"/>
                  </a:cubicBezTo>
                  <a:cubicBezTo>
                    <a:pt x="1457497" y="941563"/>
                    <a:pt x="1505065" y="902276"/>
                    <a:pt x="1553029" y="863376"/>
                  </a:cubicBezTo>
                  <a:cubicBezTo>
                    <a:pt x="1745798" y="708806"/>
                    <a:pt x="1954030" y="571882"/>
                    <a:pt x="2173401" y="454409"/>
                  </a:cubicBezTo>
                  <a:cubicBezTo>
                    <a:pt x="2612013" y="219334"/>
                    <a:pt x="3099505" y="65666"/>
                    <a:pt x="3599708" y="16332"/>
                  </a:cubicBezTo>
                  <a:cubicBezTo>
                    <a:pt x="3724530" y="3966"/>
                    <a:pt x="3850400" y="-1283"/>
                    <a:pt x="3975975" y="26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Shape 29">
              <a:extLst>
                <a:ext uri="{FF2B5EF4-FFF2-40B4-BE49-F238E27FC236}">
                  <a16:creationId xmlns:a16="http://schemas.microsoft.com/office/drawing/2014/main" id="{61023DD2-2E6F-4419-B404-80F08460B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65276" y="313387"/>
              <a:ext cx="6326724" cy="6561326"/>
            </a:xfrm>
            <a:custGeom>
              <a:avLst/>
              <a:gdLst>
                <a:gd name="connsiteX0" fmla="*/ 6326724 w 6326724"/>
                <a:gd name="connsiteY0" fmla="*/ 5020808 h 6561326"/>
                <a:gd name="connsiteX1" fmla="*/ 6326724 w 6326724"/>
                <a:gd name="connsiteY1" fmla="*/ 5698632 h 6561326"/>
                <a:gd name="connsiteX2" fmla="*/ 6067438 w 6326724"/>
                <a:gd name="connsiteY2" fmla="*/ 5902509 h 6561326"/>
                <a:gd name="connsiteX3" fmla="*/ 5799974 w 6326724"/>
                <a:gd name="connsiteY3" fmla="*/ 6102017 h 6561326"/>
                <a:gd name="connsiteX4" fmla="*/ 5665258 w 6326724"/>
                <a:gd name="connsiteY4" fmla="*/ 6202100 h 6561326"/>
                <a:gd name="connsiteX5" fmla="*/ 5526873 w 6326724"/>
                <a:gd name="connsiteY5" fmla="*/ 6302828 h 6561326"/>
                <a:gd name="connsiteX6" fmla="*/ 5385080 w 6326724"/>
                <a:gd name="connsiteY6" fmla="*/ 6402268 h 6561326"/>
                <a:gd name="connsiteX7" fmla="*/ 5238833 w 6326724"/>
                <a:gd name="connsiteY7" fmla="*/ 6498875 h 6561326"/>
                <a:gd name="connsiteX8" fmla="*/ 5138040 w 6326724"/>
                <a:gd name="connsiteY8" fmla="*/ 6561326 h 6561326"/>
                <a:gd name="connsiteX9" fmla="*/ 3946072 w 6326724"/>
                <a:gd name="connsiteY9" fmla="*/ 6561326 h 6561326"/>
                <a:gd name="connsiteX10" fmla="*/ 3976009 w 6326724"/>
                <a:gd name="connsiteY10" fmla="*/ 6555242 h 6561326"/>
                <a:gd name="connsiteX11" fmla="*/ 4404855 w 6326724"/>
                <a:gd name="connsiteY11" fmla="*/ 6399048 h 6561326"/>
                <a:gd name="connsiteX12" fmla="*/ 4938868 w 6326724"/>
                <a:gd name="connsiteY12" fmla="*/ 6072132 h 6561326"/>
                <a:gd name="connsiteX13" fmla="*/ 5068342 w 6326724"/>
                <a:gd name="connsiteY13" fmla="*/ 5976042 h 6561326"/>
                <a:gd name="connsiteX14" fmla="*/ 5197816 w 6326724"/>
                <a:gd name="connsiteY14" fmla="*/ 5876730 h 6561326"/>
                <a:gd name="connsiteX15" fmla="*/ 5460039 w 6326724"/>
                <a:gd name="connsiteY15" fmla="*/ 5670637 h 6561326"/>
                <a:gd name="connsiteX16" fmla="*/ 5999033 w 6326724"/>
                <a:gd name="connsiteY16" fmla="*/ 5271718 h 6561326"/>
                <a:gd name="connsiteX17" fmla="*/ 6258766 w 6326724"/>
                <a:gd name="connsiteY17" fmla="*/ 5077603 h 6561326"/>
                <a:gd name="connsiteX18" fmla="*/ 4139342 w 6326724"/>
                <a:gd name="connsiteY18" fmla="*/ 440 h 6561326"/>
                <a:gd name="connsiteX19" fmla="*/ 4315744 w 6326724"/>
                <a:gd name="connsiteY19" fmla="*/ 6808 h 6561326"/>
                <a:gd name="connsiteX20" fmla="*/ 5015400 w 6326724"/>
                <a:gd name="connsiteY20" fmla="*/ 113591 h 6561326"/>
                <a:gd name="connsiteX21" fmla="*/ 5681114 w 6326724"/>
                <a:gd name="connsiteY21" fmla="*/ 361418 h 6561326"/>
                <a:gd name="connsiteX22" fmla="*/ 6270952 w 6326724"/>
                <a:gd name="connsiteY22" fmla="*/ 755441 h 6561326"/>
                <a:gd name="connsiteX23" fmla="*/ 6326724 w 6326724"/>
                <a:gd name="connsiteY23" fmla="*/ 807432 h 6561326"/>
                <a:gd name="connsiteX24" fmla="*/ 6326724 w 6326724"/>
                <a:gd name="connsiteY24" fmla="*/ 1231565 h 6561326"/>
                <a:gd name="connsiteX25" fmla="*/ 6302093 w 6326724"/>
                <a:gd name="connsiteY25" fmla="*/ 1203002 h 6561326"/>
                <a:gd name="connsiteX26" fmla="*/ 6066914 w 6326724"/>
                <a:gd name="connsiteY26" fmla="*/ 989616 h 6561326"/>
                <a:gd name="connsiteX27" fmla="*/ 5533688 w 6326724"/>
                <a:gd name="connsiteY27" fmla="*/ 647242 h 6561326"/>
                <a:gd name="connsiteX28" fmla="*/ 4933626 w 6326724"/>
                <a:gd name="connsiteY28" fmla="*/ 432262 h 6561326"/>
                <a:gd name="connsiteX29" fmla="*/ 4296873 w 6326724"/>
                <a:gd name="connsiteY29" fmla="*/ 343126 h 6561326"/>
                <a:gd name="connsiteX30" fmla="*/ 3651602 w 6326724"/>
                <a:gd name="connsiteY30" fmla="*/ 365797 h 6561326"/>
                <a:gd name="connsiteX31" fmla="*/ 3018256 w 6326724"/>
                <a:gd name="connsiteY31" fmla="*/ 496666 h 6561326"/>
                <a:gd name="connsiteX32" fmla="*/ 2412429 w 6326724"/>
                <a:gd name="connsiteY32" fmla="*/ 724399 h 6561326"/>
                <a:gd name="connsiteX33" fmla="*/ 1329857 w 6326724"/>
                <a:gd name="connsiteY33" fmla="*/ 1424086 h 6561326"/>
                <a:gd name="connsiteX34" fmla="*/ 887314 w 6326724"/>
                <a:gd name="connsiteY34" fmla="*/ 1891015 h 6561326"/>
                <a:gd name="connsiteX35" fmla="*/ 537420 w 6326724"/>
                <a:gd name="connsiteY35" fmla="*/ 2427245 h 6561326"/>
                <a:gd name="connsiteX36" fmla="*/ 299965 w 6326724"/>
                <a:gd name="connsiteY36" fmla="*/ 3020021 h 6561326"/>
                <a:gd name="connsiteX37" fmla="*/ 213606 w 6326724"/>
                <a:gd name="connsiteY37" fmla="*/ 3651953 h 6561326"/>
                <a:gd name="connsiteX38" fmla="*/ 250036 w 6326724"/>
                <a:gd name="connsiteY38" fmla="*/ 3961352 h 6561326"/>
                <a:gd name="connsiteX39" fmla="*/ 357625 w 6326724"/>
                <a:gd name="connsiteY39" fmla="*/ 4250783 h 6561326"/>
                <a:gd name="connsiteX40" fmla="*/ 432715 w 6326724"/>
                <a:gd name="connsiteY40" fmla="*/ 4387063 h 6561326"/>
                <a:gd name="connsiteX41" fmla="*/ 518943 w 6326724"/>
                <a:gd name="connsiteY41" fmla="*/ 4518962 h 6561326"/>
                <a:gd name="connsiteX42" fmla="*/ 718133 w 6326724"/>
                <a:gd name="connsiteY42" fmla="*/ 4773874 h 6561326"/>
                <a:gd name="connsiteX43" fmla="*/ 933704 w 6326724"/>
                <a:gd name="connsiteY43" fmla="*/ 5030717 h 6561326"/>
                <a:gd name="connsiteX44" fmla="*/ 1040900 w 6326724"/>
                <a:gd name="connsiteY44" fmla="*/ 5164806 h 6561326"/>
                <a:gd name="connsiteX45" fmla="*/ 1092401 w 6326724"/>
                <a:gd name="connsiteY45" fmla="*/ 5230628 h 6561326"/>
                <a:gd name="connsiteX46" fmla="*/ 1142854 w 6326724"/>
                <a:gd name="connsiteY46" fmla="*/ 5293615 h 6561326"/>
                <a:gd name="connsiteX47" fmla="*/ 1576354 w 6326724"/>
                <a:gd name="connsiteY47" fmla="*/ 5759128 h 6561326"/>
                <a:gd name="connsiteX48" fmla="*/ 1806865 w 6326724"/>
                <a:gd name="connsiteY48" fmla="*/ 5968571 h 6561326"/>
                <a:gd name="connsiteX49" fmla="*/ 2048253 w 6326724"/>
                <a:gd name="connsiteY49" fmla="*/ 6161654 h 6561326"/>
                <a:gd name="connsiteX50" fmla="*/ 2587506 w 6326724"/>
                <a:gd name="connsiteY50" fmla="*/ 6467059 h 6561326"/>
                <a:gd name="connsiteX51" fmla="*/ 2889176 w 6326724"/>
                <a:gd name="connsiteY51" fmla="*/ 6553360 h 6561326"/>
                <a:gd name="connsiteX52" fmla="*/ 2929698 w 6326724"/>
                <a:gd name="connsiteY52" fmla="*/ 6561326 h 6561326"/>
                <a:gd name="connsiteX53" fmla="*/ 1816374 w 6326724"/>
                <a:gd name="connsiteY53" fmla="*/ 6561326 h 6561326"/>
                <a:gd name="connsiteX54" fmla="*/ 1787601 w 6326724"/>
                <a:gd name="connsiteY54" fmla="*/ 6545761 h 6561326"/>
                <a:gd name="connsiteX55" fmla="*/ 1225544 w 6326724"/>
                <a:gd name="connsiteY55" fmla="*/ 6094158 h 6561326"/>
                <a:gd name="connsiteX56" fmla="*/ 997654 w 6326724"/>
                <a:gd name="connsiteY56" fmla="*/ 5822374 h 6561326"/>
                <a:gd name="connsiteX57" fmla="*/ 798596 w 6326724"/>
                <a:gd name="connsiteY57" fmla="*/ 5534615 h 6561326"/>
                <a:gd name="connsiteX58" fmla="*/ 752075 w 6326724"/>
                <a:gd name="connsiteY58" fmla="*/ 5461324 h 6561326"/>
                <a:gd name="connsiteX59" fmla="*/ 707650 w 6326724"/>
                <a:gd name="connsiteY59" fmla="*/ 5390221 h 6561326"/>
                <a:gd name="connsiteX60" fmla="*/ 619980 w 6326724"/>
                <a:gd name="connsiteY60" fmla="*/ 5252396 h 6561326"/>
                <a:gd name="connsiteX61" fmla="*/ 438349 w 6326724"/>
                <a:gd name="connsiteY61" fmla="*/ 4970822 h 6561326"/>
                <a:gd name="connsiteX62" fmla="*/ 261044 w 6326724"/>
                <a:gd name="connsiteY62" fmla="*/ 4673145 h 6561326"/>
                <a:gd name="connsiteX63" fmla="*/ 181107 w 6326724"/>
                <a:gd name="connsiteY63" fmla="*/ 4515356 h 6561326"/>
                <a:gd name="connsiteX64" fmla="*/ 113224 w 6326724"/>
                <a:gd name="connsiteY64" fmla="*/ 4350223 h 6561326"/>
                <a:gd name="connsiteX65" fmla="*/ 61199 w 6326724"/>
                <a:gd name="connsiteY65" fmla="*/ 4178908 h 6561326"/>
                <a:gd name="connsiteX66" fmla="*/ 41804 w 6326724"/>
                <a:gd name="connsiteY66" fmla="*/ 4091577 h 6561326"/>
                <a:gd name="connsiteX67" fmla="*/ 33287 w 6326724"/>
                <a:gd name="connsiteY67" fmla="*/ 4047781 h 6561326"/>
                <a:gd name="connsiteX68" fmla="*/ 26209 w 6326724"/>
                <a:gd name="connsiteY68" fmla="*/ 4003858 h 6561326"/>
                <a:gd name="connsiteX69" fmla="*/ 0 w 6326724"/>
                <a:gd name="connsiteY69" fmla="*/ 3651953 h 6561326"/>
                <a:gd name="connsiteX70" fmla="*/ 72731 w 6326724"/>
                <a:gd name="connsiteY70" fmla="*/ 2966307 h 6561326"/>
                <a:gd name="connsiteX71" fmla="*/ 291316 w 6326724"/>
                <a:gd name="connsiteY71" fmla="*/ 2309385 h 6561326"/>
                <a:gd name="connsiteX72" fmla="*/ 1110878 w 6326724"/>
                <a:gd name="connsiteY72" fmla="*/ 1193776 h 6561326"/>
                <a:gd name="connsiteX73" fmla="*/ 1654327 w 6326724"/>
                <a:gd name="connsiteY73" fmla="*/ 756730 h 6561326"/>
                <a:gd name="connsiteX74" fmla="*/ 2261727 w 6326724"/>
                <a:gd name="connsiteY74" fmla="*/ 409720 h 6561326"/>
                <a:gd name="connsiteX75" fmla="*/ 3610060 w 6326724"/>
                <a:gd name="connsiteY75" fmla="*/ 27032 h 6561326"/>
                <a:gd name="connsiteX76" fmla="*/ 4139342 w 6326724"/>
                <a:gd name="connsiteY76" fmla="*/ 440 h 6561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6326724" h="6561326">
                  <a:moveTo>
                    <a:pt x="6326724" y="5020808"/>
                  </a:moveTo>
                  <a:lnTo>
                    <a:pt x="6326724" y="5698632"/>
                  </a:lnTo>
                  <a:lnTo>
                    <a:pt x="6067438" y="5902509"/>
                  </a:lnTo>
                  <a:cubicBezTo>
                    <a:pt x="5977868" y="5970407"/>
                    <a:pt x="5888364" y="6036453"/>
                    <a:pt x="5799974" y="6102017"/>
                  </a:cubicBezTo>
                  <a:lnTo>
                    <a:pt x="5665258" y="6202100"/>
                  </a:lnTo>
                  <a:cubicBezTo>
                    <a:pt x="5619654" y="6235719"/>
                    <a:pt x="5573656" y="6269596"/>
                    <a:pt x="5526873" y="6302828"/>
                  </a:cubicBezTo>
                  <a:cubicBezTo>
                    <a:pt x="5480220" y="6336189"/>
                    <a:pt x="5433044" y="6369423"/>
                    <a:pt x="5385080" y="6402268"/>
                  </a:cubicBezTo>
                  <a:cubicBezTo>
                    <a:pt x="5336988" y="6434857"/>
                    <a:pt x="5288500" y="6467187"/>
                    <a:pt x="5238833" y="6498875"/>
                  </a:cubicBezTo>
                  <a:lnTo>
                    <a:pt x="5138040" y="6561326"/>
                  </a:lnTo>
                  <a:lnTo>
                    <a:pt x="3946072" y="6561326"/>
                  </a:lnTo>
                  <a:lnTo>
                    <a:pt x="3976009" y="6555242"/>
                  </a:lnTo>
                  <a:cubicBezTo>
                    <a:pt x="4123712" y="6519227"/>
                    <a:pt x="4266863" y="6466383"/>
                    <a:pt x="4404855" y="6399048"/>
                  </a:cubicBezTo>
                  <a:cubicBezTo>
                    <a:pt x="4589500" y="6310299"/>
                    <a:pt x="4765232" y="6196690"/>
                    <a:pt x="4938868" y="6072132"/>
                  </a:cubicBezTo>
                  <a:cubicBezTo>
                    <a:pt x="4982245" y="6041089"/>
                    <a:pt x="5025359" y="6008630"/>
                    <a:pt x="5068342" y="5976042"/>
                  </a:cubicBezTo>
                  <a:cubicBezTo>
                    <a:pt x="5111588" y="5943453"/>
                    <a:pt x="5154702" y="5910349"/>
                    <a:pt x="5197816" y="5876730"/>
                  </a:cubicBezTo>
                  <a:lnTo>
                    <a:pt x="5460039" y="5670637"/>
                  </a:lnTo>
                  <a:cubicBezTo>
                    <a:pt x="5639966" y="5530365"/>
                    <a:pt x="5821596" y="5399753"/>
                    <a:pt x="5999033" y="5271718"/>
                  </a:cubicBezTo>
                  <a:cubicBezTo>
                    <a:pt x="6087686" y="5207700"/>
                    <a:pt x="6174667" y="5143360"/>
                    <a:pt x="6258766" y="5077603"/>
                  </a:cubicBezTo>
                  <a:close/>
                  <a:moveTo>
                    <a:pt x="4139342" y="440"/>
                  </a:moveTo>
                  <a:cubicBezTo>
                    <a:pt x="4198237" y="1301"/>
                    <a:pt x="4257068" y="3427"/>
                    <a:pt x="4315744" y="6808"/>
                  </a:cubicBezTo>
                  <a:cubicBezTo>
                    <a:pt x="4550841" y="20849"/>
                    <a:pt x="4785806" y="55240"/>
                    <a:pt x="5015400" y="113591"/>
                  </a:cubicBezTo>
                  <a:cubicBezTo>
                    <a:pt x="5244992" y="171812"/>
                    <a:pt x="5469212" y="254249"/>
                    <a:pt x="5681114" y="361418"/>
                  </a:cubicBezTo>
                  <a:cubicBezTo>
                    <a:pt x="5892754" y="468586"/>
                    <a:pt x="6093124" y="599584"/>
                    <a:pt x="6270952" y="755441"/>
                  </a:cubicBezTo>
                  <a:lnTo>
                    <a:pt x="6326724" y="807432"/>
                  </a:lnTo>
                  <a:lnTo>
                    <a:pt x="6326724" y="1231565"/>
                  </a:lnTo>
                  <a:lnTo>
                    <a:pt x="6302093" y="1203002"/>
                  </a:lnTo>
                  <a:cubicBezTo>
                    <a:pt x="6227937" y="1127247"/>
                    <a:pt x="6149211" y="1056081"/>
                    <a:pt x="6066914" y="989616"/>
                  </a:cubicBezTo>
                  <a:cubicBezTo>
                    <a:pt x="5902714" y="856299"/>
                    <a:pt x="5724360" y="740371"/>
                    <a:pt x="5533688" y="647242"/>
                  </a:cubicBezTo>
                  <a:cubicBezTo>
                    <a:pt x="5343146" y="553857"/>
                    <a:pt x="5141466" y="482239"/>
                    <a:pt x="4933626" y="432262"/>
                  </a:cubicBezTo>
                  <a:cubicBezTo>
                    <a:pt x="4725788" y="382156"/>
                    <a:pt x="4512182" y="353303"/>
                    <a:pt x="4296873" y="343126"/>
                  </a:cubicBezTo>
                  <a:cubicBezTo>
                    <a:pt x="4081172" y="332435"/>
                    <a:pt x="3865732" y="339520"/>
                    <a:pt x="3651602" y="365797"/>
                  </a:cubicBezTo>
                  <a:cubicBezTo>
                    <a:pt x="3437604" y="392202"/>
                    <a:pt x="3225572" y="436384"/>
                    <a:pt x="3018256" y="496666"/>
                  </a:cubicBezTo>
                  <a:cubicBezTo>
                    <a:pt x="2810809" y="556691"/>
                    <a:pt x="2608474" y="634362"/>
                    <a:pt x="2412429" y="724399"/>
                  </a:cubicBezTo>
                  <a:cubicBezTo>
                    <a:pt x="2019160" y="902541"/>
                    <a:pt x="1651969" y="1138775"/>
                    <a:pt x="1329857" y="1424086"/>
                  </a:cubicBezTo>
                  <a:cubicBezTo>
                    <a:pt x="1169326" y="1567192"/>
                    <a:pt x="1020588" y="1723307"/>
                    <a:pt x="887314" y="1891015"/>
                  </a:cubicBezTo>
                  <a:cubicBezTo>
                    <a:pt x="753778" y="2058466"/>
                    <a:pt x="635967" y="2238026"/>
                    <a:pt x="537420" y="2427245"/>
                  </a:cubicBezTo>
                  <a:cubicBezTo>
                    <a:pt x="438874" y="2616335"/>
                    <a:pt x="356839" y="2814313"/>
                    <a:pt x="299965" y="3020021"/>
                  </a:cubicBezTo>
                  <a:cubicBezTo>
                    <a:pt x="242961" y="3225212"/>
                    <a:pt x="213474" y="3438518"/>
                    <a:pt x="213606" y="3651953"/>
                  </a:cubicBezTo>
                  <a:cubicBezTo>
                    <a:pt x="214785" y="3756804"/>
                    <a:pt x="225269" y="3860881"/>
                    <a:pt x="250036" y="3961352"/>
                  </a:cubicBezTo>
                  <a:cubicBezTo>
                    <a:pt x="274412" y="4061950"/>
                    <a:pt x="312284" y="4158171"/>
                    <a:pt x="357625" y="4250783"/>
                  </a:cubicBezTo>
                  <a:cubicBezTo>
                    <a:pt x="380558" y="4297025"/>
                    <a:pt x="405982" y="4342366"/>
                    <a:pt x="432715" y="4387063"/>
                  </a:cubicBezTo>
                  <a:cubicBezTo>
                    <a:pt x="459841" y="4431630"/>
                    <a:pt x="488803" y="4475554"/>
                    <a:pt x="518943" y="4518962"/>
                  </a:cubicBezTo>
                  <a:cubicBezTo>
                    <a:pt x="580011" y="4605521"/>
                    <a:pt x="647893" y="4689504"/>
                    <a:pt x="718133" y="4773874"/>
                  </a:cubicBezTo>
                  <a:cubicBezTo>
                    <a:pt x="788374" y="4858372"/>
                    <a:pt x="861760" y="4942871"/>
                    <a:pt x="933704" y="5030717"/>
                  </a:cubicBezTo>
                  <a:cubicBezTo>
                    <a:pt x="969742" y="5074512"/>
                    <a:pt x="1005387" y="5119337"/>
                    <a:pt x="1040900" y="5164806"/>
                  </a:cubicBezTo>
                  <a:lnTo>
                    <a:pt x="1092401" y="5230628"/>
                  </a:lnTo>
                  <a:cubicBezTo>
                    <a:pt x="1109306" y="5251624"/>
                    <a:pt x="1125425" y="5273135"/>
                    <a:pt x="1142854" y="5293615"/>
                  </a:cubicBezTo>
                  <a:cubicBezTo>
                    <a:pt x="1278880" y="5460293"/>
                    <a:pt x="1426438" y="5613704"/>
                    <a:pt x="1576354" y="5759128"/>
                  </a:cubicBezTo>
                  <a:cubicBezTo>
                    <a:pt x="1651706" y="5831519"/>
                    <a:pt x="1728368" y="5901461"/>
                    <a:pt x="1806865" y="5968571"/>
                  </a:cubicBezTo>
                  <a:cubicBezTo>
                    <a:pt x="1885362" y="6035680"/>
                    <a:pt x="1965299" y="6100599"/>
                    <a:pt x="2048253" y="6161654"/>
                  </a:cubicBezTo>
                  <a:cubicBezTo>
                    <a:pt x="2213502" y="6284022"/>
                    <a:pt x="2391724" y="6393380"/>
                    <a:pt x="2587506" y="6467059"/>
                  </a:cubicBezTo>
                  <a:cubicBezTo>
                    <a:pt x="2685137" y="6503898"/>
                    <a:pt x="2786304" y="6532106"/>
                    <a:pt x="2889176" y="6553360"/>
                  </a:cubicBezTo>
                  <a:lnTo>
                    <a:pt x="2929698" y="6561326"/>
                  </a:lnTo>
                  <a:lnTo>
                    <a:pt x="1816374" y="6561326"/>
                  </a:lnTo>
                  <a:lnTo>
                    <a:pt x="1787601" y="6545761"/>
                  </a:lnTo>
                  <a:cubicBezTo>
                    <a:pt x="1577272" y="6422749"/>
                    <a:pt x="1389483" y="6266761"/>
                    <a:pt x="1225544" y="6094158"/>
                  </a:cubicBezTo>
                  <a:cubicBezTo>
                    <a:pt x="1143116" y="6007986"/>
                    <a:pt x="1068158" y="5916274"/>
                    <a:pt x="997654" y="5822374"/>
                  </a:cubicBezTo>
                  <a:cubicBezTo>
                    <a:pt x="927546" y="5728086"/>
                    <a:pt x="860842" y="5632381"/>
                    <a:pt x="798596" y="5534615"/>
                  </a:cubicBezTo>
                  <a:cubicBezTo>
                    <a:pt x="782608" y="5510399"/>
                    <a:pt x="767537" y="5485797"/>
                    <a:pt x="752075" y="5461324"/>
                  </a:cubicBezTo>
                  <a:lnTo>
                    <a:pt x="707650" y="5390221"/>
                  </a:lnTo>
                  <a:cubicBezTo>
                    <a:pt x="679213" y="5344237"/>
                    <a:pt x="649728" y="5298638"/>
                    <a:pt x="619980" y="5252396"/>
                  </a:cubicBezTo>
                  <a:lnTo>
                    <a:pt x="438349" y="4970822"/>
                  </a:lnTo>
                  <a:cubicBezTo>
                    <a:pt x="377413" y="4874860"/>
                    <a:pt x="317263" y="4776064"/>
                    <a:pt x="261044" y="4673145"/>
                  </a:cubicBezTo>
                  <a:cubicBezTo>
                    <a:pt x="233000" y="4621622"/>
                    <a:pt x="205874" y="4569197"/>
                    <a:pt x="181107" y="4515356"/>
                  </a:cubicBezTo>
                  <a:cubicBezTo>
                    <a:pt x="156470" y="4461385"/>
                    <a:pt x="133537" y="4406385"/>
                    <a:pt x="113224" y="4350223"/>
                  </a:cubicBezTo>
                  <a:cubicBezTo>
                    <a:pt x="93305" y="4293934"/>
                    <a:pt x="75614" y="4236872"/>
                    <a:pt x="61199" y="4178908"/>
                  </a:cubicBezTo>
                  <a:cubicBezTo>
                    <a:pt x="54385" y="4149927"/>
                    <a:pt x="47440" y="4120815"/>
                    <a:pt x="41804" y="4091577"/>
                  </a:cubicBezTo>
                  <a:lnTo>
                    <a:pt x="33287" y="4047781"/>
                  </a:lnTo>
                  <a:lnTo>
                    <a:pt x="26209" y="4003858"/>
                  </a:lnTo>
                  <a:cubicBezTo>
                    <a:pt x="7732" y="3886643"/>
                    <a:pt x="0" y="3768783"/>
                    <a:pt x="0" y="3651953"/>
                  </a:cubicBezTo>
                  <a:cubicBezTo>
                    <a:pt x="524" y="3422031"/>
                    <a:pt x="25030" y="3192109"/>
                    <a:pt x="72731" y="2966307"/>
                  </a:cubicBezTo>
                  <a:cubicBezTo>
                    <a:pt x="120301" y="2740634"/>
                    <a:pt x="193163" y="2519343"/>
                    <a:pt x="291316" y="2309385"/>
                  </a:cubicBezTo>
                  <a:cubicBezTo>
                    <a:pt x="488540" y="1889469"/>
                    <a:pt x="774352" y="1513736"/>
                    <a:pt x="1110878" y="1193776"/>
                  </a:cubicBezTo>
                  <a:cubicBezTo>
                    <a:pt x="1279535" y="1033797"/>
                    <a:pt x="1461821" y="887856"/>
                    <a:pt x="1654327" y="756730"/>
                  </a:cubicBezTo>
                  <a:cubicBezTo>
                    <a:pt x="1847096" y="625732"/>
                    <a:pt x="2049956" y="509031"/>
                    <a:pt x="2261727" y="409720"/>
                  </a:cubicBezTo>
                  <a:cubicBezTo>
                    <a:pt x="2685792" y="212515"/>
                    <a:pt x="3142357" y="82162"/>
                    <a:pt x="3610060" y="27032"/>
                  </a:cubicBezTo>
                  <a:cubicBezTo>
                    <a:pt x="3785399" y="6647"/>
                    <a:pt x="3962657" y="-2144"/>
                    <a:pt x="4139342" y="44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BC4A6C98-F96E-4587-B01F-A9B01BBFAD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1866928 h 6521594"/>
                <a:gd name="connsiteX4" fmla="*/ 6212358 w 6321679"/>
                <a:gd name="connsiteY4" fmla="*/ 1689281 h 6521594"/>
                <a:gd name="connsiteX5" fmla="*/ 6049880 w 6321679"/>
                <a:gd name="connsiteY5" fmla="*/ 1477173 h 6521594"/>
                <a:gd name="connsiteX6" fmla="*/ 5248663 w 6321679"/>
                <a:gd name="connsiteY6" fmla="*/ 869327 h 6521594"/>
                <a:gd name="connsiteX7" fmla="*/ 4150102 w 6321679"/>
                <a:gd name="connsiteY7" fmla="*/ 644042 h 6521594"/>
                <a:gd name="connsiteX8" fmla="*/ 2867946 w 6321679"/>
                <a:gd name="connsiteY8" fmla="*/ 886459 h 6521594"/>
                <a:gd name="connsiteX9" fmla="*/ 1728892 w 6321679"/>
                <a:gd name="connsiteY9" fmla="*/ 1552397 h 6521594"/>
                <a:gd name="connsiteX10" fmla="*/ 941043 w 6321679"/>
                <a:gd name="connsiteY10" fmla="*/ 2512664 h 6521594"/>
                <a:gd name="connsiteX11" fmla="*/ 655362 w 6321679"/>
                <a:gd name="connsiteY11" fmla="*/ 3630204 h 6521594"/>
                <a:gd name="connsiteX12" fmla="*/ 1128177 w 6321679"/>
                <a:gd name="connsiteY12" fmla="*/ 4667883 h 6521594"/>
                <a:gd name="connsiteX13" fmla="*/ 1366419 w 6321679"/>
                <a:gd name="connsiteY13" fmla="*/ 4997246 h 6521594"/>
                <a:gd name="connsiteX14" fmla="*/ 3601937 w 6321679"/>
                <a:gd name="connsiteY14" fmla="*/ 6284685 h 6521594"/>
                <a:gd name="connsiteX15" fmla="*/ 5298985 w 6321679"/>
                <a:gd name="connsiteY15" fmla="*/ 5492643 h 6521594"/>
                <a:gd name="connsiteX16" fmla="*/ 5505513 w 6321679"/>
                <a:gd name="connsiteY16" fmla="*/ 5335367 h 6521594"/>
                <a:gd name="connsiteX17" fmla="*/ 6252618 w 6321679"/>
                <a:gd name="connsiteY17" fmla="*/ 4722492 h 6521594"/>
                <a:gd name="connsiteX18" fmla="*/ 6321679 w 6321679"/>
                <a:gd name="connsiteY18" fmla="*/ 4651477 h 6521594"/>
                <a:gd name="connsiteX19" fmla="*/ 6321679 w 6321679"/>
                <a:gd name="connsiteY19" fmla="*/ 5523097 h 6521594"/>
                <a:gd name="connsiteX20" fmla="*/ 6024428 w 6321679"/>
                <a:gd name="connsiteY20" fmla="*/ 5754969 h 6521594"/>
                <a:gd name="connsiteX21" fmla="*/ 5702345 w 6321679"/>
                <a:gd name="connsiteY21" fmla="*/ 6000018 h 6521594"/>
                <a:gd name="connsiteX22" fmla="*/ 4988380 w 6321679"/>
                <a:gd name="connsiteY22" fmla="*/ 6506549 h 6521594"/>
                <a:gd name="connsiteX23" fmla="*/ 4961490 w 6321679"/>
                <a:gd name="connsiteY23" fmla="*/ 6521594 h 6521594"/>
                <a:gd name="connsiteX24" fmla="*/ 2011326 w 6321679"/>
                <a:gd name="connsiteY24" fmla="*/ 6521594 h 6521594"/>
                <a:gd name="connsiteX25" fmla="*/ 1982893 w 6321679"/>
                <a:gd name="connsiteY25" fmla="*/ 6505768 h 6521594"/>
                <a:gd name="connsiteX26" fmla="*/ 824149 w 6321679"/>
                <a:gd name="connsiteY26" fmla="*/ 5358682 h 6521594"/>
                <a:gd name="connsiteX27" fmla="*/ 0 w 6321679"/>
                <a:gd name="connsiteY27" fmla="*/ 3630075 h 6521594"/>
                <a:gd name="connsiteX28" fmla="*/ 4150102 w 6321679"/>
                <a:gd name="connsiteY28"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321679" h="6521594">
                  <a:moveTo>
                    <a:pt x="4150102" y="0"/>
                  </a:moveTo>
                  <a:cubicBezTo>
                    <a:pt x="4918148" y="0"/>
                    <a:pt x="5569597" y="228540"/>
                    <a:pt x="6083891" y="619943"/>
                  </a:cubicBezTo>
                  <a:lnTo>
                    <a:pt x="6321679" y="822247"/>
                  </a:lnTo>
                  <a:lnTo>
                    <a:pt x="6321679" y="1866928"/>
                  </a:lnTo>
                  <a:lnTo>
                    <a:pt x="6212358" y="1689281"/>
                  </a:lnTo>
                  <a:cubicBezTo>
                    <a:pt x="6161484" y="1615222"/>
                    <a:pt x="6107295" y="1544427"/>
                    <a:pt x="6049880" y="1477173"/>
                  </a:cubicBezTo>
                  <a:cubicBezTo>
                    <a:pt x="5825135" y="1214018"/>
                    <a:pt x="5555573" y="1009470"/>
                    <a:pt x="5248663" y="869327"/>
                  </a:cubicBezTo>
                  <a:cubicBezTo>
                    <a:pt x="4921178" y="719909"/>
                    <a:pt x="4551627" y="644042"/>
                    <a:pt x="4150102" y="644042"/>
                  </a:cubicBezTo>
                  <a:cubicBezTo>
                    <a:pt x="3724203" y="644042"/>
                    <a:pt x="3292799" y="725448"/>
                    <a:pt x="2867946" y="886459"/>
                  </a:cubicBezTo>
                  <a:cubicBezTo>
                    <a:pt x="2454234" y="1042832"/>
                    <a:pt x="2060440" y="1273141"/>
                    <a:pt x="1728892" y="1552397"/>
                  </a:cubicBezTo>
                  <a:cubicBezTo>
                    <a:pt x="1391580" y="1836419"/>
                    <a:pt x="1126473" y="2159600"/>
                    <a:pt x="941043" y="2512664"/>
                  </a:cubicBezTo>
                  <a:cubicBezTo>
                    <a:pt x="751551" y="2873583"/>
                    <a:pt x="655362" y="3249575"/>
                    <a:pt x="655362" y="3630204"/>
                  </a:cubicBezTo>
                  <a:cubicBezTo>
                    <a:pt x="655362" y="4013537"/>
                    <a:pt x="808817" y="4237405"/>
                    <a:pt x="1128177" y="4667883"/>
                  </a:cubicBezTo>
                  <a:cubicBezTo>
                    <a:pt x="1205232" y="4771702"/>
                    <a:pt x="1284908" y="4879129"/>
                    <a:pt x="1366419" y="4997246"/>
                  </a:cubicBezTo>
                  <a:cubicBezTo>
                    <a:pt x="1989282" y="5899677"/>
                    <a:pt x="2657880" y="6284685"/>
                    <a:pt x="3601937" y="6284685"/>
                  </a:cubicBezTo>
                  <a:cubicBezTo>
                    <a:pt x="4221523" y="6284685"/>
                    <a:pt x="4676122" y="5971036"/>
                    <a:pt x="5298985" y="5492643"/>
                  </a:cubicBezTo>
                  <a:cubicBezTo>
                    <a:pt x="5368571" y="5439187"/>
                    <a:pt x="5438156" y="5386375"/>
                    <a:pt x="5505513" y="5335367"/>
                  </a:cubicBezTo>
                  <a:cubicBezTo>
                    <a:pt x="5779335" y="5127761"/>
                    <a:pt x="6041730" y="4928776"/>
                    <a:pt x="6252618" y="4722492"/>
                  </a:cubicBezTo>
                  <a:lnTo>
                    <a:pt x="6321679" y="4651477"/>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A66409EC-9CC3-482A-A4A5-54ED092B3F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2150195 h 6521594"/>
                <a:gd name="connsiteX4" fmla="*/ 6241288 w 6321679"/>
                <a:gd name="connsiteY4" fmla="*/ 1985338 h 6521594"/>
                <a:gd name="connsiteX5" fmla="*/ 5949367 w 6321679"/>
                <a:gd name="connsiteY5" fmla="*/ 1559997 h 6521594"/>
                <a:gd name="connsiteX6" fmla="*/ 5193362 w 6321679"/>
                <a:gd name="connsiteY6" fmla="*/ 986156 h 6521594"/>
                <a:gd name="connsiteX7" fmla="*/ 4150102 w 6321679"/>
                <a:gd name="connsiteY7" fmla="*/ 772850 h 6521594"/>
                <a:gd name="connsiteX8" fmla="*/ 2914861 w 6321679"/>
                <a:gd name="connsiteY8" fmla="*/ 1006637 h 6521594"/>
                <a:gd name="connsiteX9" fmla="*/ 1814073 w 6321679"/>
                <a:gd name="connsiteY9" fmla="*/ 1650163 h 6521594"/>
                <a:gd name="connsiteX10" fmla="*/ 1057412 w 6321679"/>
                <a:gd name="connsiteY10" fmla="*/ 2571657 h 6521594"/>
                <a:gd name="connsiteX11" fmla="*/ 786277 w 6321679"/>
                <a:gd name="connsiteY11" fmla="*/ 3630204 h 6521594"/>
                <a:gd name="connsiteX12" fmla="*/ 1233931 w 6321679"/>
                <a:gd name="connsiteY12" fmla="*/ 4592016 h 6521594"/>
                <a:gd name="connsiteX13" fmla="*/ 1474795 w 6321679"/>
                <a:gd name="connsiteY13" fmla="*/ 4924985 h 6521594"/>
                <a:gd name="connsiteX14" fmla="*/ 2393691 w 6321679"/>
                <a:gd name="connsiteY14" fmla="*/ 5846995 h 6521594"/>
                <a:gd name="connsiteX15" fmla="*/ 3601805 w 6321679"/>
                <a:gd name="connsiteY15" fmla="*/ 6155876 h 6521594"/>
                <a:gd name="connsiteX16" fmla="*/ 4378909 w 6321679"/>
                <a:gd name="connsiteY16" fmla="*/ 5959186 h 6521594"/>
                <a:gd name="connsiteX17" fmla="*/ 5218129 w 6321679"/>
                <a:gd name="connsiteY17" fmla="*/ 5391271 h 6521594"/>
                <a:gd name="connsiteX18" fmla="*/ 5425313 w 6321679"/>
                <a:gd name="connsiteY18" fmla="*/ 5233481 h 6521594"/>
                <a:gd name="connsiteX19" fmla="*/ 6254366 w 6321679"/>
                <a:gd name="connsiteY19" fmla="*/ 4534301 h 6521594"/>
                <a:gd name="connsiteX20" fmla="*/ 6321679 w 6321679"/>
                <a:gd name="connsiteY20" fmla="*/ 4456641 h 6521594"/>
                <a:gd name="connsiteX21" fmla="*/ 6321679 w 6321679"/>
                <a:gd name="connsiteY21" fmla="*/ 5523097 h 6521594"/>
                <a:gd name="connsiteX22" fmla="*/ 6024428 w 6321679"/>
                <a:gd name="connsiteY22" fmla="*/ 5754969 h 6521594"/>
                <a:gd name="connsiteX23" fmla="*/ 5702345 w 6321679"/>
                <a:gd name="connsiteY23" fmla="*/ 6000018 h 6521594"/>
                <a:gd name="connsiteX24" fmla="*/ 4988380 w 6321679"/>
                <a:gd name="connsiteY24" fmla="*/ 6506549 h 6521594"/>
                <a:gd name="connsiteX25" fmla="*/ 4961490 w 6321679"/>
                <a:gd name="connsiteY25" fmla="*/ 6521594 h 6521594"/>
                <a:gd name="connsiteX26" fmla="*/ 2011326 w 6321679"/>
                <a:gd name="connsiteY26" fmla="*/ 6521594 h 6521594"/>
                <a:gd name="connsiteX27" fmla="*/ 1982893 w 6321679"/>
                <a:gd name="connsiteY27" fmla="*/ 6505768 h 6521594"/>
                <a:gd name="connsiteX28" fmla="*/ 824149 w 6321679"/>
                <a:gd name="connsiteY28" fmla="*/ 5358682 h 6521594"/>
                <a:gd name="connsiteX29" fmla="*/ 0 w 6321679"/>
                <a:gd name="connsiteY29" fmla="*/ 3630075 h 6521594"/>
                <a:gd name="connsiteX30" fmla="*/ 4150102 w 6321679"/>
                <a:gd name="connsiteY30"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321679" h="6521594">
                  <a:moveTo>
                    <a:pt x="4150102" y="0"/>
                  </a:moveTo>
                  <a:cubicBezTo>
                    <a:pt x="4918148" y="0"/>
                    <a:pt x="5569597" y="228540"/>
                    <a:pt x="6083891" y="619943"/>
                  </a:cubicBezTo>
                  <a:lnTo>
                    <a:pt x="6321679" y="822247"/>
                  </a:lnTo>
                  <a:lnTo>
                    <a:pt x="6321679" y="2150195"/>
                  </a:lnTo>
                  <a:lnTo>
                    <a:pt x="6241288" y="1985338"/>
                  </a:lnTo>
                  <a:cubicBezTo>
                    <a:pt x="6156788" y="1831195"/>
                    <a:pt x="6059249" y="1688709"/>
                    <a:pt x="5949367" y="1559997"/>
                  </a:cubicBezTo>
                  <a:cubicBezTo>
                    <a:pt x="5737073" y="1311397"/>
                    <a:pt x="5482843" y="1118314"/>
                    <a:pt x="5193362" y="986156"/>
                  </a:cubicBezTo>
                  <a:cubicBezTo>
                    <a:pt x="4883437" y="844596"/>
                    <a:pt x="4532365" y="772850"/>
                    <a:pt x="4150102" y="772850"/>
                  </a:cubicBezTo>
                  <a:cubicBezTo>
                    <a:pt x="3746218" y="772850"/>
                    <a:pt x="3319008" y="853613"/>
                    <a:pt x="2914861" y="1006637"/>
                  </a:cubicBezTo>
                  <a:cubicBezTo>
                    <a:pt x="2515039" y="1157857"/>
                    <a:pt x="2134350" y="1380438"/>
                    <a:pt x="1814073" y="1650163"/>
                  </a:cubicBezTo>
                  <a:cubicBezTo>
                    <a:pt x="1494190" y="1919502"/>
                    <a:pt x="1232622" y="2238173"/>
                    <a:pt x="1057412" y="2571657"/>
                  </a:cubicBezTo>
                  <a:cubicBezTo>
                    <a:pt x="877486" y="2914158"/>
                    <a:pt x="786277" y="3270313"/>
                    <a:pt x="786277" y="3630204"/>
                  </a:cubicBezTo>
                  <a:cubicBezTo>
                    <a:pt x="786277" y="3974121"/>
                    <a:pt x="923483" y="4173646"/>
                    <a:pt x="1233931" y="4592016"/>
                  </a:cubicBezTo>
                  <a:cubicBezTo>
                    <a:pt x="1311641" y="4696736"/>
                    <a:pt x="1391972" y="4805064"/>
                    <a:pt x="1474795" y="4924985"/>
                  </a:cubicBezTo>
                  <a:cubicBezTo>
                    <a:pt x="1767682" y="5349278"/>
                    <a:pt x="2068172" y="5650948"/>
                    <a:pt x="2393691" y="5846995"/>
                  </a:cubicBezTo>
                  <a:cubicBezTo>
                    <a:pt x="2738735" y="6054891"/>
                    <a:pt x="3133971" y="6155876"/>
                    <a:pt x="3601805" y="6155876"/>
                  </a:cubicBezTo>
                  <a:cubicBezTo>
                    <a:pt x="3867305" y="6155876"/>
                    <a:pt x="4114196" y="6093405"/>
                    <a:pt x="4378909" y="5959186"/>
                  </a:cubicBezTo>
                  <a:cubicBezTo>
                    <a:pt x="4650699" y="5821362"/>
                    <a:pt x="4919737" y="5620421"/>
                    <a:pt x="5218129" y="5391271"/>
                  </a:cubicBezTo>
                  <a:cubicBezTo>
                    <a:pt x="5288107" y="5337558"/>
                    <a:pt x="5357824" y="5284617"/>
                    <a:pt x="5425313" y="5233481"/>
                  </a:cubicBezTo>
                  <a:cubicBezTo>
                    <a:pt x="5739037" y="4995556"/>
                    <a:pt x="6037512" y="4769168"/>
                    <a:pt x="6254366" y="4534301"/>
                  </a:cubicBezTo>
                  <a:lnTo>
                    <a:pt x="6321679" y="4456641"/>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6" name="Picture Placeholder 5" descr="A screenshot of a computer&#10;&#10;AI-generated content may be incorrect.">
            <a:extLst>
              <a:ext uri="{FF2B5EF4-FFF2-40B4-BE49-F238E27FC236}">
                <a16:creationId xmlns:a16="http://schemas.microsoft.com/office/drawing/2014/main" id="{1834DC82-53B8-DD74-2587-A2F1ED338BC6}"/>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r="10535"/>
          <a:stretch>
            <a:fillRect/>
          </a:stretch>
        </p:blipFill>
        <p:spPr>
          <a:xfrm>
            <a:off x="7708392" y="2773783"/>
            <a:ext cx="4142232" cy="2233977"/>
          </a:xfrm>
          <a:prstGeom prst="rect">
            <a:avLst/>
          </a:prstGeom>
        </p:spPr>
      </p:pic>
    </p:spTree>
    <p:extLst>
      <p:ext uri="{BB962C8B-B14F-4D97-AF65-F5344CB8AC3E}">
        <p14:creationId xmlns:p14="http://schemas.microsoft.com/office/powerpoint/2010/main" val="36773988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E63F662-CB84-CE1D-F83F-579EF68A0130}"/>
            </a:ext>
          </a:extLst>
        </p:cNvPr>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B6FACB3C-9069-4791-BC5C-0DB7CD19B8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1F2038E-D777-4B76-81DD-DD13EE91B9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FC721CF-B859-2D81-2C5E-540CD497AF82}"/>
              </a:ext>
            </a:extLst>
          </p:cNvPr>
          <p:cNvSpPr>
            <a:spLocks noGrp="1"/>
          </p:cNvSpPr>
          <p:nvPr>
            <p:ph type="title"/>
          </p:nvPr>
        </p:nvSpPr>
        <p:spPr>
          <a:xfrm>
            <a:off x="804672" y="802955"/>
            <a:ext cx="4766330" cy="1454051"/>
          </a:xfrm>
        </p:spPr>
        <p:txBody>
          <a:bodyPr vert="horz" lIns="91440" tIns="45720" rIns="91440" bIns="45720" rtlCol="0" anchor="ctr">
            <a:normAutofit/>
          </a:bodyPr>
          <a:lstStyle/>
          <a:p>
            <a:r>
              <a:rPr lang="en-US" sz="3600" kern="1200">
                <a:solidFill>
                  <a:schemeClr val="tx2"/>
                </a:solidFill>
                <a:latin typeface="+mj-lt"/>
                <a:ea typeface="+mj-ea"/>
                <a:cs typeface="+mj-cs"/>
              </a:rPr>
              <a:t>Approve and Reject Page</a:t>
            </a:r>
          </a:p>
        </p:txBody>
      </p:sp>
      <p:sp>
        <p:nvSpPr>
          <p:cNvPr id="4" name="Text Placeholder 3">
            <a:extLst>
              <a:ext uri="{FF2B5EF4-FFF2-40B4-BE49-F238E27FC236}">
                <a16:creationId xmlns:a16="http://schemas.microsoft.com/office/drawing/2014/main" id="{27BC40A5-EC71-8F8D-E28F-CAF02F2FEAE0}"/>
              </a:ext>
            </a:extLst>
          </p:cNvPr>
          <p:cNvSpPr>
            <a:spLocks noGrp="1"/>
          </p:cNvSpPr>
          <p:nvPr>
            <p:ph type="body" sz="half" idx="2"/>
          </p:nvPr>
        </p:nvSpPr>
        <p:spPr>
          <a:xfrm>
            <a:off x="804672" y="2421683"/>
            <a:ext cx="4765949" cy="3353476"/>
          </a:xfrm>
        </p:spPr>
        <p:txBody>
          <a:bodyPr vert="horz" lIns="91440" tIns="45720" rIns="91440" bIns="45720" rtlCol="0" anchor="t">
            <a:normAutofit/>
          </a:bodyPr>
          <a:lstStyle/>
          <a:p>
            <a:pPr indent="-228600">
              <a:buFont typeface="Arial" panose="020B0604020202020204" pitchFamily="34" charset="0"/>
              <a:buChar char="•"/>
            </a:pPr>
            <a:r>
              <a:rPr lang="en-US" sz="1800" dirty="0"/>
              <a:t>The Approve Page</a:t>
            </a:r>
          </a:p>
          <a:p>
            <a:pPr indent="-228600">
              <a:buFont typeface="Arial" panose="020B0604020202020204" pitchFamily="34" charset="0"/>
              <a:buChar char="•"/>
            </a:pPr>
            <a:r>
              <a:rPr lang="en-US" sz="1800" dirty="0"/>
              <a:t>This is the decision-making hub. After verification, the academic manager or HR team uses this page to approve or reject claims. It’s where final judgments happen. Approved claims move on to processing and eventual payment, while rejected claims are sent back with feedback. This page keeps the process smooth, organized, and accountable, ensuring that no claim is lost or overlooked.</a:t>
            </a:r>
            <a:endParaRPr lang="en-US" sz="1800" dirty="0">
              <a:solidFill>
                <a:schemeClr val="tx2"/>
              </a:solidFill>
            </a:endParaRPr>
          </a:p>
        </p:txBody>
      </p:sp>
      <p:grpSp>
        <p:nvGrpSpPr>
          <p:cNvPr id="17" name="Group 16">
            <a:extLst>
              <a:ext uri="{FF2B5EF4-FFF2-40B4-BE49-F238E27FC236}">
                <a16:creationId xmlns:a16="http://schemas.microsoft.com/office/drawing/2014/main" id="{DD354807-230F-4402-B1B9-F733A8F1F19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18240" y="-16714"/>
            <a:ext cx="6373761" cy="6874714"/>
            <a:chOff x="5818240" y="-1"/>
            <a:chExt cx="6373761" cy="6874714"/>
          </a:xfrm>
        </p:grpSpPr>
        <p:sp>
          <p:nvSpPr>
            <p:cNvPr id="18" name="Freeform: Shape 17">
              <a:extLst>
                <a:ext uri="{FF2B5EF4-FFF2-40B4-BE49-F238E27FC236}">
                  <a16:creationId xmlns:a16="http://schemas.microsoft.com/office/drawing/2014/main" id="{BF5A6F4A-CE87-4D5C-9382-8167967CE8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18240" y="-1"/>
              <a:ext cx="6373761" cy="6874714"/>
            </a:xfrm>
            <a:custGeom>
              <a:avLst/>
              <a:gdLst>
                <a:gd name="connsiteX0" fmla="*/ 6373761 w 6373761"/>
                <a:gd name="connsiteY0" fmla="*/ 5771297 h 6874714"/>
                <a:gd name="connsiteX1" fmla="*/ 6373761 w 6373761"/>
                <a:gd name="connsiteY1" fmla="*/ 6247960 h 6874714"/>
                <a:gd name="connsiteX2" fmla="*/ 6235932 w 6373761"/>
                <a:gd name="connsiteY2" fmla="*/ 6361930 h 6874714"/>
                <a:gd name="connsiteX3" fmla="*/ 5960375 w 6373761"/>
                <a:gd name="connsiteY3" fmla="*/ 6587489 h 6874714"/>
                <a:gd name="connsiteX4" fmla="*/ 5822907 w 6373761"/>
                <a:gd name="connsiteY4" fmla="*/ 6701871 h 6874714"/>
                <a:gd name="connsiteX5" fmla="*/ 5681115 w 6373761"/>
                <a:gd name="connsiteY5" fmla="*/ 6816896 h 6874714"/>
                <a:gd name="connsiteX6" fmla="*/ 5604096 w 6373761"/>
                <a:gd name="connsiteY6" fmla="*/ 6874714 h 6874714"/>
                <a:gd name="connsiteX7" fmla="*/ 4878485 w 6373761"/>
                <a:gd name="connsiteY7" fmla="*/ 6874714 h 6874714"/>
                <a:gd name="connsiteX8" fmla="*/ 5006014 w 6373761"/>
                <a:gd name="connsiteY8" fmla="*/ 6800200 h 6874714"/>
                <a:gd name="connsiteX9" fmla="*/ 5149855 w 6373761"/>
                <a:gd name="connsiteY9" fmla="*/ 6707667 h 6874714"/>
                <a:gd name="connsiteX10" fmla="*/ 5431866 w 6373761"/>
                <a:gd name="connsiteY10" fmla="*/ 6506210 h 6874714"/>
                <a:gd name="connsiteX11" fmla="*/ 5571036 w 6373761"/>
                <a:gd name="connsiteY11" fmla="*/ 6399557 h 6874714"/>
                <a:gd name="connsiteX12" fmla="*/ 5711649 w 6373761"/>
                <a:gd name="connsiteY12" fmla="*/ 6288912 h 6874714"/>
                <a:gd name="connsiteX13" fmla="*/ 6276589 w 6373761"/>
                <a:gd name="connsiteY13" fmla="*/ 5852379 h 6874714"/>
                <a:gd name="connsiteX14" fmla="*/ 3975975 w 6373761"/>
                <a:gd name="connsiteY14" fmla="*/ 263 h 6874714"/>
                <a:gd name="connsiteX15" fmla="*/ 4350473 w 6373761"/>
                <a:gd name="connsiteY15" fmla="*/ 24963 h 6874714"/>
                <a:gd name="connsiteX16" fmla="*/ 5077909 w 6373761"/>
                <a:gd name="connsiteY16" fmla="*/ 189450 h 6874714"/>
                <a:gd name="connsiteX17" fmla="*/ 5746507 w 6373761"/>
                <a:gd name="connsiteY17" fmla="*/ 505804 h 6874714"/>
                <a:gd name="connsiteX18" fmla="*/ 6322456 w 6373761"/>
                <a:gd name="connsiteY18" fmla="*/ 956633 h 6874714"/>
                <a:gd name="connsiteX19" fmla="*/ 6373761 w 6373761"/>
                <a:gd name="connsiteY19" fmla="*/ 1011863 h 6874714"/>
                <a:gd name="connsiteX20" fmla="*/ 6373761 w 6373761"/>
                <a:gd name="connsiteY20" fmla="*/ 1185075 h 6874714"/>
                <a:gd name="connsiteX21" fmla="*/ 6359489 w 6373761"/>
                <a:gd name="connsiteY21" fmla="*/ 1169497 h 6874714"/>
                <a:gd name="connsiteX22" fmla="*/ 6233869 w 6373761"/>
                <a:gd name="connsiteY22" fmla="*/ 1047442 h 6874714"/>
                <a:gd name="connsiteX23" fmla="*/ 5961423 w 6373761"/>
                <a:gd name="connsiteY23" fmla="*/ 827953 h 6874714"/>
                <a:gd name="connsiteX24" fmla="*/ 5663555 w 6373761"/>
                <a:gd name="connsiteY24" fmla="*/ 645304 h 6874714"/>
                <a:gd name="connsiteX25" fmla="*/ 5013827 w 6373761"/>
                <a:gd name="connsiteY25" fmla="*/ 397863 h 6874714"/>
                <a:gd name="connsiteX26" fmla="*/ 4327409 w 6373761"/>
                <a:gd name="connsiteY26" fmla="*/ 302545 h 6874714"/>
                <a:gd name="connsiteX27" fmla="*/ 3639939 w 6373761"/>
                <a:gd name="connsiteY27" fmla="*/ 338868 h 6874714"/>
                <a:gd name="connsiteX28" fmla="*/ 3302495 w 6373761"/>
                <a:gd name="connsiteY28" fmla="*/ 403659 h 6874714"/>
                <a:gd name="connsiteX29" fmla="*/ 2971604 w 6373761"/>
                <a:gd name="connsiteY29" fmla="*/ 496273 h 6874714"/>
                <a:gd name="connsiteX30" fmla="*/ 2648706 w 6373761"/>
                <a:gd name="connsiteY30" fmla="*/ 614389 h 6874714"/>
                <a:gd name="connsiteX31" fmla="*/ 2335374 w 6373761"/>
                <a:gd name="connsiteY31" fmla="*/ 757109 h 6874714"/>
                <a:gd name="connsiteX32" fmla="*/ 1741342 w 6373761"/>
                <a:gd name="connsiteY32" fmla="*/ 1107725 h 6874714"/>
                <a:gd name="connsiteX33" fmla="*/ 1600861 w 6373761"/>
                <a:gd name="connsiteY33" fmla="*/ 1208710 h 6874714"/>
                <a:gd name="connsiteX34" fmla="*/ 1531799 w 6373761"/>
                <a:gd name="connsiteY34" fmla="*/ 1260879 h 6874714"/>
                <a:gd name="connsiteX35" fmla="*/ 1463655 w 6373761"/>
                <a:gd name="connsiteY35" fmla="*/ 1314333 h 6874714"/>
                <a:gd name="connsiteX36" fmla="*/ 1200777 w 6373761"/>
                <a:gd name="connsiteY36" fmla="*/ 1541166 h 6874714"/>
                <a:gd name="connsiteX37" fmla="*/ 731501 w 6373761"/>
                <a:gd name="connsiteY37" fmla="*/ 2055754 h 6874714"/>
                <a:gd name="connsiteX38" fmla="*/ 531393 w 6373761"/>
                <a:gd name="connsiteY38" fmla="*/ 2342739 h 6874714"/>
                <a:gd name="connsiteX39" fmla="*/ 361033 w 6373761"/>
                <a:gd name="connsiteY39" fmla="*/ 2649046 h 6874714"/>
                <a:gd name="connsiteX40" fmla="*/ 323292 w 6373761"/>
                <a:gd name="connsiteY40" fmla="*/ 2728263 h 6874714"/>
                <a:gd name="connsiteX41" fmla="*/ 304945 w 6373761"/>
                <a:gd name="connsiteY41" fmla="*/ 2768193 h 6874714"/>
                <a:gd name="connsiteX42" fmla="*/ 287516 w 6373761"/>
                <a:gd name="connsiteY42" fmla="*/ 2808510 h 6874714"/>
                <a:gd name="connsiteX43" fmla="*/ 254230 w 6373761"/>
                <a:gd name="connsiteY43" fmla="*/ 2889788 h 6874714"/>
                <a:gd name="connsiteX44" fmla="*/ 223042 w 6373761"/>
                <a:gd name="connsiteY44" fmla="*/ 2971968 h 6874714"/>
                <a:gd name="connsiteX45" fmla="*/ 121611 w 6373761"/>
                <a:gd name="connsiteY45" fmla="*/ 3308544 h 6874714"/>
                <a:gd name="connsiteX46" fmla="*/ 39314 w 6373761"/>
                <a:gd name="connsiteY46" fmla="*/ 4005912 h 6874714"/>
                <a:gd name="connsiteX47" fmla="*/ 73910 w 6373761"/>
                <a:gd name="connsiteY47" fmla="*/ 4354081 h 6874714"/>
                <a:gd name="connsiteX48" fmla="*/ 179534 w 6373761"/>
                <a:gd name="connsiteY48" fmla="*/ 4687050 h 6874714"/>
                <a:gd name="connsiteX49" fmla="*/ 215964 w 6373761"/>
                <a:gd name="connsiteY49" fmla="*/ 4766654 h 6874714"/>
                <a:gd name="connsiteX50" fmla="*/ 256457 w 6373761"/>
                <a:gd name="connsiteY50" fmla="*/ 4844455 h 6874714"/>
                <a:gd name="connsiteX51" fmla="*/ 346225 w 6373761"/>
                <a:gd name="connsiteY51" fmla="*/ 4995290 h 6874714"/>
                <a:gd name="connsiteX52" fmla="*/ 445296 w 6373761"/>
                <a:gd name="connsiteY52" fmla="*/ 5140971 h 6874714"/>
                <a:gd name="connsiteX53" fmla="*/ 551443 w 6373761"/>
                <a:gd name="connsiteY53" fmla="*/ 5282531 h 6874714"/>
                <a:gd name="connsiteX54" fmla="*/ 772387 w 6373761"/>
                <a:gd name="connsiteY54" fmla="*/ 5562561 h 6874714"/>
                <a:gd name="connsiteX55" fmla="*/ 882858 w 6373761"/>
                <a:gd name="connsiteY55" fmla="*/ 5704507 h 6874714"/>
                <a:gd name="connsiteX56" fmla="*/ 990316 w 6373761"/>
                <a:gd name="connsiteY56" fmla="*/ 5848258 h 6874714"/>
                <a:gd name="connsiteX57" fmla="*/ 1097774 w 6373761"/>
                <a:gd name="connsiteY57" fmla="*/ 5987114 h 6874714"/>
                <a:gd name="connsiteX58" fmla="*/ 1210080 w 6373761"/>
                <a:gd name="connsiteY58" fmla="*/ 6121203 h 6874714"/>
                <a:gd name="connsiteX59" fmla="*/ 1448192 w 6373761"/>
                <a:gd name="connsiteY59" fmla="*/ 6374054 h 6874714"/>
                <a:gd name="connsiteX60" fmla="*/ 1982991 w 6373761"/>
                <a:gd name="connsiteY60" fmla="*/ 6796158 h 6874714"/>
                <a:gd name="connsiteX61" fmla="*/ 2118475 w 6373761"/>
                <a:gd name="connsiteY61" fmla="*/ 6874714 h 6874714"/>
                <a:gd name="connsiteX62" fmla="*/ 1569874 w 6373761"/>
                <a:gd name="connsiteY62" fmla="*/ 6874714 h 6874714"/>
                <a:gd name="connsiteX63" fmla="*/ 1507802 w 6373761"/>
                <a:gd name="connsiteY63" fmla="*/ 6817815 h 6874714"/>
                <a:gd name="connsiteX64" fmla="*/ 1256865 w 6373761"/>
                <a:gd name="connsiteY64" fmla="*/ 6543437 h 6874714"/>
                <a:gd name="connsiteX65" fmla="*/ 1038410 w 6373761"/>
                <a:gd name="connsiteY65" fmla="*/ 6248722 h 6874714"/>
                <a:gd name="connsiteX66" fmla="*/ 845380 w 6373761"/>
                <a:gd name="connsiteY66" fmla="*/ 5941386 h 6874714"/>
                <a:gd name="connsiteX67" fmla="*/ 755351 w 6373761"/>
                <a:gd name="connsiteY67" fmla="*/ 5788877 h 6874714"/>
                <a:gd name="connsiteX68" fmla="*/ 661784 w 6373761"/>
                <a:gd name="connsiteY68" fmla="*/ 5638944 h 6874714"/>
                <a:gd name="connsiteX69" fmla="*/ 466525 w 6373761"/>
                <a:gd name="connsiteY69" fmla="*/ 5340366 h 6874714"/>
                <a:gd name="connsiteX70" fmla="*/ 370992 w 6373761"/>
                <a:gd name="connsiteY70" fmla="*/ 5188502 h 6874714"/>
                <a:gd name="connsiteX71" fmla="*/ 280046 w 6373761"/>
                <a:gd name="connsiteY71" fmla="*/ 5033287 h 6874714"/>
                <a:gd name="connsiteX72" fmla="*/ 126853 w 6373761"/>
                <a:gd name="connsiteY72" fmla="*/ 4707660 h 6874714"/>
                <a:gd name="connsiteX73" fmla="*/ 30272 w 6373761"/>
                <a:gd name="connsiteY73" fmla="*/ 4362068 h 6874714"/>
                <a:gd name="connsiteX74" fmla="*/ 0 w 6373761"/>
                <a:gd name="connsiteY74" fmla="*/ 4005912 h 6874714"/>
                <a:gd name="connsiteX75" fmla="*/ 270480 w 6373761"/>
                <a:gd name="connsiteY75" fmla="*/ 2610532 h 6874714"/>
                <a:gd name="connsiteX76" fmla="*/ 415942 w 6373761"/>
                <a:gd name="connsiteY76" fmla="*/ 2280526 h 6874714"/>
                <a:gd name="connsiteX77" fmla="*/ 590102 w 6373761"/>
                <a:gd name="connsiteY77" fmla="*/ 1962626 h 6874714"/>
                <a:gd name="connsiteX78" fmla="*/ 1020719 w 6373761"/>
                <a:gd name="connsiteY78" fmla="*/ 1373070 h 6874714"/>
                <a:gd name="connsiteX79" fmla="*/ 1275080 w 6373761"/>
                <a:gd name="connsiteY79" fmla="*/ 1107081 h 6874714"/>
                <a:gd name="connsiteX80" fmla="*/ 1342437 w 6373761"/>
                <a:gd name="connsiteY80" fmla="*/ 1043965 h 6874714"/>
                <a:gd name="connsiteX81" fmla="*/ 1411106 w 6373761"/>
                <a:gd name="connsiteY81" fmla="*/ 982138 h 6874714"/>
                <a:gd name="connsiteX82" fmla="*/ 1553029 w 6373761"/>
                <a:gd name="connsiteY82" fmla="*/ 863376 h 6874714"/>
                <a:gd name="connsiteX83" fmla="*/ 2173401 w 6373761"/>
                <a:gd name="connsiteY83" fmla="*/ 454409 h 6874714"/>
                <a:gd name="connsiteX84" fmla="*/ 3599708 w 6373761"/>
                <a:gd name="connsiteY84" fmla="*/ 16332 h 6874714"/>
                <a:gd name="connsiteX85" fmla="*/ 3975975 w 6373761"/>
                <a:gd name="connsiteY85" fmla="*/ 263 h 6874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6373761" h="6874714">
                  <a:moveTo>
                    <a:pt x="6373761" y="5771297"/>
                  </a:moveTo>
                  <a:lnTo>
                    <a:pt x="6373761" y="6247960"/>
                  </a:lnTo>
                  <a:lnTo>
                    <a:pt x="6235932" y="6361930"/>
                  </a:lnTo>
                  <a:cubicBezTo>
                    <a:pt x="6143250" y="6437460"/>
                    <a:pt x="6051059" y="6512200"/>
                    <a:pt x="5960375" y="6587489"/>
                  </a:cubicBezTo>
                  <a:lnTo>
                    <a:pt x="5822907" y="6701871"/>
                  </a:lnTo>
                  <a:cubicBezTo>
                    <a:pt x="5776123" y="6740385"/>
                    <a:pt x="5729079" y="6778899"/>
                    <a:pt x="5681115" y="6816896"/>
                  </a:cubicBezTo>
                  <a:lnTo>
                    <a:pt x="5604096" y="6874714"/>
                  </a:lnTo>
                  <a:lnTo>
                    <a:pt x="4878485" y="6874714"/>
                  </a:lnTo>
                  <a:lnTo>
                    <a:pt x="5006014" y="6800200"/>
                  </a:lnTo>
                  <a:cubicBezTo>
                    <a:pt x="5054354" y="6770429"/>
                    <a:pt x="5102285" y="6739483"/>
                    <a:pt x="5149855" y="6707667"/>
                  </a:cubicBezTo>
                  <a:cubicBezTo>
                    <a:pt x="5244993" y="6643906"/>
                    <a:pt x="5338561" y="6576025"/>
                    <a:pt x="5431866" y="6506210"/>
                  </a:cubicBezTo>
                  <a:cubicBezTo>
                    <a:pt x="5478386" y="6471304"/>
                    <a:pt x="5524777" y="6435495"/>
                    <a:pt x="5571036" y="6399557"/>
                  </a:cubicBezTo>
                  <a:lnTo>
                    <a:pt x="5711649" y="6288912"/>
                  </a:lnTo>
                  <a:cubicBezTo>
                    <a:pt x="5902059" y="6140395"/>
                    <a:pt x="6093257" y="5998320"/>
                    <a:pt x="6276589" y="5852379"/>
                  </a:cubicBezTo>
                  <a:close/>
                  <a:moveTo>
                    <a:pt x="3975975" y="263"/>
                  </a:moveTo>
                  <a:cubicBezTo>
                    <a:pt x="4101550" y="1809"/>
                    <a:pt x="4226830" y="10149"/>
                    <a:pt x="4350473" y="24963"/>
                  </a:cubicBezTo>
                  <a:cubicBezTo>
                    <a:pt x="4598149" y="54846"/>
                    <a:pt x="4842943" y="108687"/>
                    <a:pt x="5077909" y="189450"/>
                  </a:cubicBezTo>
                  <a:cubicBezTo>
                    <a:pt x="5312876" y="269955"/>
                    <a:pt x="5537357" y="376867"/>
                    <a:pt x="5746507" y="505804"/>
                  </a:cubicBezTo>
                  <a:cubicBezTo>
                    <a:pt x="5955527" y="634999"/>
                    <a:pt x="6148688" y="786864"/>
                    <a:pt x="6322456" y="956633"/>
                  </a:cubicBezTo>
                  <a:lnTo>
                    <a:pt x="6373761" y="1011863"/>
                  </a:lnTo>
                  <a:lnTo>
                    <a:pt x="6373761" y="1185075"/>
                  </a:lnTo>
                  <a:lnTo>
                    <a:pt x="6359489" y="1169497"/>
                  </a:lnTo>
                  <a:cubicBezTo>
                    <a:pt x="6318811" y="1127602"/>
                    <a:pt x="6276917" y="1086890"/>
                    <a:pt x="6233869" y="1047442"/>
                  </a:cubicBezTo>
                  <a:cubicBezTo>
                    <a:pt x="6147509" y="968870"/>
                    <a:pt x="6056431" y="895448"/>
                    <a:pt x="5961423" y="827953"/>
                  </a:cubicBezTo>
                  <a:cubicBezTo>
                    <a:pt x="5865891" y="761102"/>
                    <a:pt x="5766688" y="699403"/>
                    <a:pt x="5663555" y="645304"/>
                  </a:cubicBezTo>
                  <a:cubicBezTo>
                    <a:pt x="5457943" y="535816"/>
                    <a:pt x="5238703" y="453894"/>
                    <a:pt x="5013827" y="397863"/>
                  </a:cubicBezTo>
                  <a:cubicBezTo>
                    <a:pt x="4788953" y="341703"/>
                    <a:pt x="4558442" y="310917"/>
                    <a:pt x="4327409" y="302545"/>
                  </a:cubicBezTo>
                  <a:cubicBezTo>
                    <a:pt x="4096111" y="293012"/>
                    <a:pt x="3867174" y="305893"/>
                    <a:pt x="3639939" y="338868"/>
                  </a:cubicBezTo>
                  <a:cubicBezTo>
                    <a:pt x="3526585" y="355999"/>
                    <a:pt x="3413885" y="377254"/>
                    <a:pt x="3302495" y="403659"/>
                  </a:cubicBezTo>
                  <a:cubicBezTo>
                    <a:pt x="3191107" y="430451"/>
                    <a:pt x="3080634" y="460978"/>
                    <a:pt x="2971604" y="496273"/>
                  </a:cubicBezTo>
                  <a:cubicBezTo>
                    <a:pt x="2862573" y="531437"/>
                    <a:pt x="2754854" y="570852"/>
                    <a:pt x="2648706" y="614389"/>
                  </a:cubicBezTo>
                  <a:cubicBezTo>
                    <a:pt x="2542690" y="658056"/>
                    <a:pt x="2438114" y="705714"/>
                    <a:pt x="2335374" y="757109"/>
                  </a:cubicBezTo>
                  <a:cubicBezTo>
                    <a:pt x="2129894" y="859769"/>
                    <a:pt x="1931228" y="976855"/>
                    <a:pt x="1741342" y="1107725"/>
                  </a:cubicBezTo>
                  <a:cubicBezTo>
                    <a:pt x="1694035" y="1140571"/>
                    <a:pt x="1646858" y="1173933"/>
                    <a:pt x="1600861" y="1208710"/>
                  </a:cubicBezTo>
                  <a:cubicBezTo>
                    <a:pt x="1577535" y="1225713"/>
                    <a:pt x="1554732" y="1243361"/>
                    <a:pt x="1531799" y="1260879"/>
                  </a:cubicBezTo>
                  <a:cubicBezTo>
                    <a:pt x="1508735" y="1278267"/>
                    <a:pt x="1486064" y="1296171"/>
                    <a:pt x="1463655" y="1314333"/>
                  </a:cubicBezTo>
                  <a:cubicBezTo>
                    <a:pt x="1373627" y="1386853"/>
                    <a:pt x="1285564" y="1462077"/>
                    <a:pt x="1200777" y="1541166"/>
                  </a:cubicBezTo>
                  <a:cubicBezTo>
                    <a:pt x="1030810" y="1698827"/>
                    <a:pt x="873161" y="1870785"/>
                    <a:pt x="731501" y="2055754"/>
                  </a:cubicBezTo>
                  <a:cubicBezTo>
                    <a:pt x="660734" y="2148239"/>
                    <a:pt x="593771" y="2243944"/>
                    <a:pt x="531393" y="2342739"/>
                  </a:cubicBezTo>
                  <a:cubicBezTo>
                    <a:pt x="470063" y="2442050"/>
                    <a:pt x="412140" y="2543810"/>
                    <a:pt x="361033" y="2649046"/>
                  </a:cubicBezTo>
                  <a:cubicBezTo>
                    <a:pt x="347798" y="2675194"/>
                    <a:pt x="335479" y="2701728"/>
                    <a:pt x="323292" y="2728263"/>
                  </a:cubicBezTo>
                  <a:lnTo>
                    <a:pt x="304945" y="2768193"/>
                  </a:lnTo>
                  <a:lnTo>
                    <a:pt x="287516" y="2808510"/>
                  </a:lnTo>
                  <a:cubicBezTo>
                    <a:pt x="276115" y="2835432"/>
                    <a:pt x="264583" y="2862352"/>
                    <a:pt x="254230" y="2889788"/>
                  </a:cubicBezTo>
                  <a:cubicBezTo>
                    <a:pt x="243877" y="2917224"/>
                    <a:pt x="232477" y="2944274"/>
                    <a:pt x="223042" y="2971968"/>
                  </a:cubicBezTo>
                  <a:cubicBezTo>
                    <a:pt x="182679" y="3081970"/>
                    <a:pt x="148475" y="3194291"/>
                    <a:pt x="121611" y="3308544"/>
                  </a:cubicBezTo>
                  <a:cubicBezTo>
                    <a:pt x="67096" y="3536534"/>
                    <a:pt x="39183" y="3771224"/>
                    <a:pt x="39314" y="4005912"/>
                  </a:cubicBezTo>
                  <a:cubicBezTo>
                    <a:pt x="39969" y="4122871"/>
                    <a:pt x="51109" y="4239571"/>
                    <a:pt x="73910" y="4354081"/>
                  </a:cubicBezTo>
                  <a:cubicBezTo>
                    <a:pt x="97892" y="4468334"/>
                    <a:pt x="132619" y="4580140"/>
                    <a:pt x="179534" y="4687050"/>
                  </a:cubicBezTo>
                  <a:cubicBezTo>
                    <a:pt x="190673" y="4713972"/>
                    <a:pt x="203647" y="4740249"/>
                    <a:pt x="215964" y="4766654"/>
                  </a:cubicBezTo>
                  <a:cubicBezTo>
                    <a:pt x="229332" y="4792674"/>
                    <a:pt x="242043" y="4818950"/>
                    <a:pt x="256457" y="4844455"/>
                  </a:cubicBezTo>
                  <a:cubicBezTo>
                    <a:pt x="283978" y="4895978"/>
                    <a:pt x="314642" y="4945956"/>
                    <a:pt x="346225" y="4995290"/>
                  </a:cubicBezTo>
                  <a:cubicBezTo>
                    <a:pt x="377676" y="5044752"/>
                    <a:pt x="411355" y="5092926"/>
                    <a:pt x="445296" y="5140971"/>
                  </a:cubicBezTo>
                  <a:cubicBezTo>
                    <a:pt x="479760" y="5188630"/>
                    <a:pt x="515537" y="5235645"/>
                    <a:pt x="551443" y="5282531"/>
                  </a:cubicBezTo>
                  <a:cubicBezTo>
                    <a:pt x="623387" y="5376434"/>
                    <a:pt x="698608" y="5468402"/>
                    <a:pt x="772387" y="5562561"/>
                  </a:cubicBezTo>
                  <a:cubicBezTo>
                    <a:pt x="809472" y="5609448"/>
                    <a:pt x="846428" y="5656719"/>
                    <a:pt x="882858" y="5704507"/>
                  </a:cubicBezTo>
                  <a:cubicBezTo>
                    <a:pt x="919159" y="5751909"/>
                    <a:pt x="955196" y="5802273"/>
                    <a:pt x="990316" y="5848258"/>
                  </a:cubicBezTo>
                  <a:cubicBezTo>
                    <a:pt x="1025175" y="5895402"/>
                    <a:pt x="1061736" y="5941129"/>
                    <a:pt x="1097774" y="5987114"/>
                  </a:cubicBezTo>
                  <a:cubicBezTo>
                    <a:pt x="1134860" y="6032326"/>
                    <a:pt x="1171684" y="6077536"/>
                    <a:pt x="1210080" y="6121203"/>
                  </a:cubicBezTo>
                  <a:cubicBezTo>
                    <a:pt x="1286350" y="6209051"/>
                    <a:pt x="1365632" y="6293677"/>
                    <a:pt x="1448192" y="6374054"/>
                  </a:cubicBezTo>
                  <a:cubicBezTo>
                    <a:pt x="1613572" y="6534420"/>
                    <a:pt x="1792057" y="6677526"/>
                    <a:pt x="1982991" y="6796158"/>
                  </a:cubicBezTo>
                  <a:lnTo>
                    <a:pt x="2118475" y="6874714"/>
                  </a:lnTo>
                  <a:lnTo>
                    <a:pt x="1569874" y="6874714"/>
                  </a:lnTo>
                  <a:lnTo>
                    <a:pt x="1507802" y="6817815"/>
                  </a:lnTo>
                  <a:cubicBezTo>
                    <a:pt x="1418412" y="6730595"/>
                    <a:pt x="1334903" y="6638562"/>
                    <a:pt x="1256865" y="6543437"/>
                  </a:cubicBezTo>
                  <a:cubicBezTo>
                    <a:pt x="1179155" y="6447861"/>
                    <a:pt x="1106817" y="6349194"/>
                    <a:pt x="1038410" y="6248722"/>
                  </a:cubicBezTo>
                  <a:cubicBezTo>
                    <a:pt x="969873" y="6148253"/>
                    <a:pt x="905922" y="6045592"/>
                    <a:pt x="845380" y="5941386"/>
                  </a:cubicBezTo>
                  <a:cubicBezTo>
                    <a:pt x="814453" y="5888704"/>
                    <a:pt x="786147" y="5839370"/>
                    <a:pt x="755351" y="5788877"/>
                  </a:cubicBezTo>
                  <a:cubicBezTo>
                    <a:pt x="724817" y="5738771"/>
                    <a:pt x="693760" y="5688665"/>
                    <a:pt x="661784" y="5638944"/>
                  </a:cubicBezTo>
                  <a:lnTo>
                    <a:pt x="466525" y="5340366"/>
                  </a:lnTo>
                  <a:cubicBezTo>
                    <a:pt x="434156" y="5290131"/>
                    <a:pt x="402181" y="5239639"/>
                    <a:pt x="370992" y="5188502"/>
                  </a:cubicBezTo>
                  <a:cubicBezTo>
                    <a:pt x="339803" y="5137364"/>
                    <a:pt x="308876" y="5086099"/>
                    <a:pt x="280046" y="5033287"/>
                  </a:cubicBezTo>
                  <a:cubicBezTo>
                    <a:pt x="222255" y="4928179"/>
                    <a:pt x="169181" y="4819982"/>
                    <a:pt x="126853" y="4707660"/>
                  </a:cubicBezTo>
                  <a:cubicBezTo>
                    <a:pt x="83739" y="4595725"/>
                    <a:pt x="51764" y="4479670"/>
                    <a:pt x="30272" y="4362068"/>
                  </a:cubicBezTo>
                  <a:cubicBezTo>
                    <a:pt x="9698" y="4244466"/>
                    <a:pt x="0" y="4125060"/>
                    <a:pt x="0" y="4005912"/>
                  </a:cubicBezTo>
                  <a:cubicBezTo>
                    <a:pt x="1704" y="3530867"/>
                    <a:pt x="95140" y="3057110"/>
                    <a:pt x="270480" y="2610532"/>
                  </a:cubicBezTo>
                  <a:cubicBezTo>
                    <a:pt x="314511" y="2498984"/>
                    <a:pt x="362212" y="2388466"/>
                    <a:pt x="415942" y="2280526"/>
                  </a:cubicBezTo>
                  <a:cubicBezTo>
                    <a:pt x="468884" y="2172197"/>
                    <a:pt x="527199" y="2066188"/>
                    <a:pt x="590102" y="1962626"/>
                  </a:cubicBezTo>
                  <a:cubicBezTo>
                    <a:pt x="716037" y="1755631"/>
                    <a:pt x="859794" y="1557653"/>
                    <a:pt x="1020719" y="1373070"/>
                  </a:cubicBezTo>
                  <a:cubicBezTo>
                    <a:pt x="1101575" y="1281101"/>
                    <a:pt x="1185969" y="1191838"/>
                    <a:pt x="1275080" y="1107081"/>
                  </a:cubicBezTo>
                  <a:cubicBezTo>
                    <a:pt x="1297227" y="1085699"/>
                    <a:pt x="1319504" y="1064575"/>
                    <a:pt x="1342437" y="1043965"/>
                  </a:cubicBezTo>
                  <a:cubicBezTo>
                    <a:pt x="1365240" y="1023226"/>
                    <a:pt x="1387648" y="1002102"/>
                    <a:pt x="1411106" y="982138"/>
                  </a:cubicBezTo>
                  <a:cubicBezTo>
                    <a:pt x="1457497" y="941563"/>
                    <a:pt x="1505065" y="902276"/>
                    <a:pt x="1553029" y="863376"/>
                  </a:cubicBezTo>
                  <a:cubicBezTo>
                    <a:pt x="1745798" y="708806"/>
                    <a:pt x="1954030" y="571882"/>
                    <a:pt x="2173401" y="454409"/>
                  </a:cubicBezTo>
                  <a:cubicBezTo>
                    <a:pt x="2612013" y="219334"/>
                    <a:pt x="3099505" y="65666"/>
                    <a:pt x="3599708" y="16332"/>
                  </a:cubicBezTo>
                  <a:cubicBezTo>
                    <a:pt x="3724530" y="3966"/>
                    <a:pt x="3850400" y="-1283"/>
                    <a:pt x="3975975" y="26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61023DD2-2E6F-4419-B404-80F08460B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65276" y="313387"/>
              <a:ext cx="6326724" cy="6561326"/>
            </a:xfrm>
            <a:custGeom>
              <a:avLst/>
              <a:gdLst>
                <a:gd name="connsiteX0" fmla="*/ 6326724 w 6326724"/>
                <a:gd name="connsiteY0" fmla="*/ 5020808 h 6561326"/>
                <a:gd name="connsiteX1" fmla="*/ 6326724 w 6326724"/>
                <a:gd name="connsiteY1" fmla="*/ 5698632 h 6561326"/>
                <a:gd name="connsiteX2" fmla="*/ 6067438 w 6326724"/>
                <a:gd name="connsiteY2" fmla="*/ 5902509 h 6561326"/>
                <a:gd name="connsiteX3" fmla="*/ 5799974 w 6326724"/>
                <a:gd name="connsiteY3" fmla="*/ 6102017 h 6561326"/>
                <a:gd name="connsiteX4" fmla="*/ 5665258 w 6326724"/>
                <a:gd name="connsiteY4" fmla="*/ 6202100 h 6561326"/>
                <a:gd name="connsiteX5" fmla="*/ 5526873 w 6326724"/>
                <a:gd name="connsiteY5" fmla="*/ 6302828 h 6561326"/>
                <a:gd name="connsiteX6" fmla="*/ 5385080 w 6326724"/>
                <a:gd name="connsiteY6" fmla="*/ 6402268 h 6561326"/>
                <a:gd name="connsiteX7" fmla="*/ 5238833 w 6326724"/>
                <a:gd name="connsiteY7" fmla="*/ 6498875 h 6561326"/>
                <a:gd name="connsiteX8" fmla="*/ 5138040 w 6326724"/>
                <a:gd name="connsiteY8" fmla="*/ 6561326 h 6561326"/>
                <a:gd name="connsiteX9" fmla="*/ 3946072 w 6326724"/>
                <a:gd name="connsiteY9" fmla="*/ 6561326 h 6561326"/>
                <a:gd name="connsiteX10" fmla="*/ 3976009 w 6326724"/>
                <a:gd name="connsiteY10" fmla="*/ 6555242 h 6561326"/>
                <a:gd name="connsiteX11" fmla="*/ 4404855 w 6326724"/>
                <a:gd name="connsiteY11" fmla="*/ 6399048 h 6561326"/>
                <a:gd name="connsiteX12" fmla="*/ 4938868 w 6326724"/>
                <a:gd name="connsiteY12" fmla="*/ 6072132 h 6561326"/>
                <a:gd name="connsiteX13" fmla="*/ 5068342 w 6326724"/>
                <a:gd name="connsiteY13" fmla="*/ 5976042 h 6561326"/>
                <a:gd name="connsiteX14" fmla="*/ 5197816 w 6326724"/>
                <a:gd name="connsiteY14" fmla="*/ 5876730 h 6561326"/>
                <a:gd name="connsiteX15" fmla="*/ 5460039 w 6326724"/>
                <a:gd name="connsiteY15" fmla="*/ 5670637 h 6561326"/>
                <a:gd name="connsiteX16" fmla="*/ 5999033 w 6326724"/>
                <a:gd name="connsiteY16" fmla="*/ 5271718 h 6561326"/>
                <a:gd name="connsiteX17" fmla="*/ 6258766 w 6326724"/>
                <a:gd name="connsiteY17" fmla="*/ 5077603 h 6561326"/>
                <a:gd name="connsiteX18" fmla="*/ 4139342 w 6326724"/>
                <a:gd name="connsiteY18" fmla="*/ 440 h 6561326"/>
                <a:gd name="connsiteX19" fmla="*/ 4315744 w 6326724"/>
                <a:gd name="connsiteY19" fmla="*/ 6808 h 6561326"/>
                <a:gd name="connsiteX20" fmla="*/ 5015400 w 6326724"/>
                <a:gd name="connsiteY20" fmla="*/ 113591 h 6561326"/>
                <a:gd name="connsiteX21" fmla="*/ 5681114 w 6326724"/>
                <a:gd name="connsiteY21" fmla="*/ 361418 h 6561326"/>
                <a:gd name="connsiteX22" fmla="*/ 6270952 w 6326724"/>
                <a:gd name="connsiteY22" fmla="*/ 755441 h 6561326"/>
                <a:gd name="connsiteX23" fmla="*/ 6326724 w 6326724"/>
                <a:gd name="connsiteY23" fmla="*/ 807432 h 6561326"/>
                <a:gd name="connsiteX24" fmla="*/ 6326724 w 6326724"/>
                <a:gd name="connsiteY24" fmla="*/ 1231565 h 6561326"/>
                <a:gd name="connsiteX25" fmla="*/ 6302093 w 6326724"/>
                <a:gd name="connsiteY25" fmla="*/ 1203002 h 6561326"/>
                <a:gd name="connsiteX26" fmla="*/ 6066914 w 6326724"/>
                <a:gd name="connsiteY26" fmla="*/ 989616 h 6561326"/>
                <a:gd name="connsiteX27" fmla="*/ 5533688 w 6326724"/>
                <a:gd name="connsiteY27" fmla="*/ 647242 h 6561326"/>
                <a:gd name="connsiteX28" fmla="*/ 4933626 w 6326724"/>
                <a:gd name="connsiteY28" fmla="*/ 432262 h 6561326"/>
                <a:gd name="connsiteX29" fmla="*/ 4296873 w 6326724"/>
                <a:gd name="connsiteY29" fmla="*/ 343126 h 6561326"/>
                <a:gd name="connsiteX30" fmla="*/ 3651602 w 6326724"/>
                <a:gd name="connsiteY30" fmla="*/ 365797 h 6561326"/>
                <a:gd name="connsiteX31" fmla="*/ 3018256 w 6326724"/>
                <a:gd name="connsiteY31" fmla="*/ 496666 h 6561326"/>
                <a:gd name="connsiteX32" fmla="*/ 2412429 w 6326724"/>
                <a:gd name="connsiteY32" fmla="*/ 724399 h 6561326"/>
                <a:gd name="connsiteX33" fmla="*/ 1329857 w 6326724"/>
                <a:gd name="connsiteY33" fmla="*/ 1424086 h 6561326"/>
                <a:gd name="connsiteX34" fmla="*/ 887314 w 6326724"/>
                <a:gd name="connsiteY34" fmla="*/ 1891015 h 6561326"/>
                <a:gd name="connsiteX35" fmla="*/ 537420 w 6326724"/>
                <a:gd name="connsiteY35" fmla="*/ 2427245 h 6561326"/>
                <a:gd name="connsiteX36" fmla="*/ 299965 w 6326724"/>
                <a:gd name="connsiteY36" fmla="*/ 3020021 h 6561326"/>
                <a:gd name="connsiteX37" fmla="*/ 213606 w 6326724"/>
                <a:gd name="connsiteY37" fmla="*/ 3651953 h 6561326"/>
                <a:gd name="connsiteX38" fmla="*/ 250036 w 6326724"/>
                <a:gd name="connsiteY38" fmla="*/ 3961352 h 6561326"/>
                <a:gd name="connsiteX39" fmla="*/ 357625 w 6326724"/>
                <a:gd name="connsiteY39" fmla="*/ 4250783 h 6561326"/>
                <a:gd name="connsiteX40" fmla="*/ 432715 w 6326724"/>
                <a:gd name="connsiteY40" fmla="*/ 4387063 h 6561326"/>
                <a:gd name="connsiteX41" fmla="*/ 518943 w 6326724"/>
                <a:gd name="connsiteY41" fmla="*/ 4518962 h 6561326"/>
                <a:gd name="connsiteX42" fmla="*/ 718133 w 6326724"/>
                <a:gd name="connsiteY42" fmla="*/ 4773874 h 6561326"/>
                <a:gd name="connsiteX43" fmla="*/ 933704 w 6326724"/>
                <a:gd name="connsiteY43" fmla="*/ 5030717 h 6561326"/>
                <a:gd name="connsiteX44" fmla="*/ 1040900 w 6326724"/>
                <a:gd name="connsiteY44" fmla="*/ 5164806 h 6561326"/>
                <a:gd name="connsiteX45" fmla="*/ 1092401 w 6326724"/>
                <a:gd name="connsiteY45" fmla="*/ 5230628 h 6561326"/>
                <a:gd name="connsiteX46" fmla="*/ 1142854 w 6326724"/>
                <a:gd name="connsiteY46" fmla="*/ 5293615 h 6561326"/>
                <a:gd name="connsiteX47" fmla="*/ 1576354 w 6326724"/>
                <a:gd name="connsiteY47" fmla="*/ 5759128 h 6561326"/>
                <a:gd name="connsiteX48" fmla="*/ 1806865 w 6326724"/>
                <a:gd name="connsiteY48" fmla="*/ 5968571 h 6561326"/>
                <a:gd name="connsiteX49" fmla="*/ 2048253 w 6326724"/>
                <a:gd name="connsiteY49" fmla="*/ 6161654 h 6561326"/>
                <a:gd name="connsiteX50" fmla="*/ 2587506 w 6326724"/>
                <a:gd name="connsiteY50" fmla="*/ 6467059 h 6561326"/>
                <a:gd name="connsiteX51" fmla="*/ 2889176 w 6326724"/>
                <a:gd name="connsiteY51" fmla="*/ 6553360 h 6561326"/>
                <a:gd name="connsiteX52" fmla="*/ 2929698 w 6326724"/>
                <a:gd name="connsiteY52" fmla="*/ 6561326 h 6561326"/>
                <a:gd name="connsiteX53" fmla="*/ 1816374 w 6326724"/>
                <a:gd name="connsiteY53" fmla="*/ 6561326 h 6561326"/>
                <a:gd name="connsiteX54" fmla="*/ 1787601 w 6326724"/>
                <a:gd name="connsiteY54" fmla="*/ 6545761 h 6561326"/>
                <a:gd name="connsiteX55" fmla="*/ 1225544 w 6326724"/>
                <a:gd name="connsiteY55" fmla="*/ 6094158 h 6561326"/>
                <a:gd name="connsiteX56" fmla="*/ 997654 w 6326724"/>
                <a:gd name="connsiteY56" fmla="*/ 5822374 h 6561326"/>
                <a:gd name="connsiteX57" fmla="*/ 798596 w 6326724"/>
                <a:gd name="connsiteY57" fmla="*/ 5534615 h 6561326"/>
                <a:gd name="connsiteX58" fmla="*/ 752075 w 6326724"/>
                <a:gd name="connsiteY58" fmla="*/ 5461324 h 6561326"/>
                <a:gd name="connsiteX59" fmla="*/ 707650 w 6326724"/>
                <a:gd name="connsiteY59" fmla="*/ 5390221 h 6561326"/>
                <a:gd name="connsiteX60" fmla="*/ 619980 w 6326724"/>
                <a:gd name="connsiteY60" fmla="*/ 5252396 h 6561326"/>
                <a:gd name="connsiteX61" fmla="*/ 438349 w 6326724"/>
                <a:gd name="connsiteY61" fmla="*/ 4970822 h 6561326"/>
                <a:gd name="connsiteX62" fmla="*/ 261044 w 6326724"/>
                <a:gd name="connsiteY62" fmla="*/ 4673145 h 6561326"/>
                <a:gd name="connsiteX63" fmla="*/ 181107 w 6326724"/>
                <a:gd name="connsiteY63" fmla="*/ 4515356 h 6561326"/>
                <a:gd name="connsiteX64" fmla="*/ 113224 w 6326724"/>
                <a:gd name="connsiteY64" fmla="*/ 4350223 h 6561326"/>
                <a:gd name="connsiteX65" fmla="*/ 61199 w 6326724"/>
                <a:gd name="connsiteY65" fmla="*/ 4178908 h 6561326"/>
                <a:gd name="connsiteX66" fmla="*/ 41804 w 6326724"/>
                <a:gd name="connsiteY66" fmla="*/ 4091577 h 6561326"/>
                <a:gd name="connsiteX67" fmla="*/ 33287 w 6326724"/>
                <a:gd name="connsiteY67" fmla="*/ 4047781 h 6561326"/>
                <a:gd name="connsiteX68" fmla="*/ 26209 w 6326724"/>
                <a:gd name="connsiteY68" fmla="*/ 4003858 h 6561326"/>
                <a:gd name="connsiteX69" fmla="*/ 0 w 6326724"/>
                <a:gd name="connsiteY69" fmla="*/ 3651953 h 6561326"/>
                <a:gd name="connsiteX70" fmla="*/ 72731 w 6326724"/>
                <a:gd name="connsiteY70" fmla="*/ 2966307 h 6561326"/>
                <a:gd name="connsiteX71" fmla="*/ 291316 w 6326724"/>
                <a:gd name="connsiteY71" fmla="*/ 2309385 h 6561326"/>
                <a:gd name="connsiteX72" fmla="*/ 1110878 w 6326724"/>
                <a:gd name="connsiteY72" fmla="*/ 1193776 h 6561326"/>
                <a:gd name="connsiteX73" fmla="*/ 1654327 w 6326724"/>
                <a:gd name="connsiteY73" fmla="*/ 756730 h 6561326"/>
                <a:gd name="connsiteX74" fmla="*/ 2261727 w 6326724"/>
                <a:gd name="connsiteY74" fmla="*/ 409720 h 6561326"/>
                <a:gd name="connsiteX75" fmla="*/ 3610060 w 6326724"/>
                <a:gd name="connsiteY75" fmla="*/ 27032 h 6561326"/>
                <a:gd name="connsiteX76" fmla="*/ 4139342 w 6326724"/>
                <a:gd name="connsiteY76" fmla="*/ 440 h 6561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6326724" h="6561326">
                  <a:moveTo>
                    <a:pt x="6326724" y="5020808"/>
                  </a:moveTo>
                  <a:lnTo>
                    <a:pt x="6326724" y="5698632"/>
                  </a:lnTo>
                  <a:lnTo>
                    <a:pt x="6067438" y="5902509"/>
                  </a:lnTo>
                  <a:cubicBezTo>
                    <a:pt x="5977868" y="5970407"/>
                    <a:pt x="5888364" y="6036453"/>
                    <a:pt x="5799974" y="6102017"/>
                  </a:cubicBezTo>
                  <a:lnTo>
                    <a:pt x="5665258" y="6202100"/>
                  </a:lnTo>
                  <a:cubicBezTo>
                    <a:pt x="5619654" y="6235719"/>
                    <a:pt x="5573656" y="6269596"/>
                    <a:pt x="5526873" y="6302828"/>
                  </a:cubicBezTo>
                  <a:cubicBezTo>
                    <a:pt x="5480220" y="6336189"/>
                    <a:pt x="5433044" y="6369423"/>
                    <a:pt x="5385080" y="6402268"/>
                  </a:cubicBezTo>
                  <a:cubicBezTo>
                    <a:pt x="5336988" y="6434857"/>
                    <a:pt x="5288500" y="6467187"/>
                    <a:pt x="5238833" y="6498875"/>
                  </a:cubicBezTo>
                  <a:lnTo>
                    <a:pt x="5138040" y="6561326"/>
                  </a:lnTo>
                  <a:lnTo>
                    <a:pt x="3946072" y="6561326"/>
                  </a:lnTo>
                  <a:lnTo>
                    <a:pt x="3976009" y="6555242"/>
                  </a:lnTo>
                  <a:cubicBezTo>
                    <a:pt x="4123712" y="6519227"/>
                    <a:pt x="4266863" y="6466383"/>
                    <a:pt x="4404855" y="6399048"/>
                  </a:cubicBezTo>
                  <a:cubicBezTo>
                    <a:pt x="4589500" y="6310299"/>
                    <a:pt x="4765232" y="6196690"/>
                    <a:pt x="4938868" y="6072132"/>
                  </a:cubicBezTo>
                  <a:cubicBezTo>
                    <a:pt x="4982245" y="6041089"/>
                    <a:pt x="5025359" y="6008630"/>
                    <a:pt x="5068342" y="5976042"/>
                  </a:cubicBezTo>
                  <a:cubicBezTo>
                    <a:pt x="5111588" y="5943453"/>
                    <a:pt x="5154702" y="5910349"/>
                    <a:pt x="5197816" y="5876730"/>
                  </a:cubicBezTo>
                  <a:lnTo>
                    <a:pt x="5460039" y="5670637"/>
                  </a:lnTo>
                  <a:cubicBezTo>
                    <a:pt x="5639966" y="5530365"/>
                    <a:pt x="5821596" y="5399753"/>
                    <a:pt x="5999033" y="5271718"/>
                  </a:cubicBezTo>
                  <a:cubicBezTo>
                    <a:pt x="6087686" y="5207700"/>
                    <a:pt x="6174667" y="5143360"/>
                    <a:pt x="6258766" y="5077603"/>
                  </a:cubicBezTo>
                  <a:close/>
                  <a:moveTo>
                    <a:pt x="4139342" y="440"/>
                  </a:moveTo>
                  <a:cubicBezTo>
                    <a:pt x="4198237" y="1301"/>
                    <a:pt x="4257068" y="3427"/>
                    <a:pt x="4315744" y="6808"/>
                  </a:cubicBezTo>
                  <a:cubicBezTo>
                    <a:pt x="4550841" y="20849"/>
                    <a:pt x="4785806" y="55240"/>
                    <a:pt x="5015400" y="113591"/>
                  </a:cubicBezTo>
                  <a:cubicBezTo>
                    <a:pt x="5244992" y="171812"/>
                    <a:pt x="5469212" y="254249"/>
                    <a:pt x="5681114" y="361418"/>
                  </a:cubicBezTo>
                  <a:cubicBezTo>
                    <a:pt x="5892754" y="468586"/>
                    <a:pt x="6093124" y="599584"/>
                    <a:pt x="6270952" y="755441"/>
                  </a:cubicBezTo>
                  <a:lnTo>
                    <a:pt x="6326724" y="807432"/>
                  </a:lnTo>
                  <a:lnTo>
                    <a:pt x="6326724" y="1231565"/>
                  </a:lnTo>
                  <a:lnTo>
                    <a:pt x="6302093" y="1203002"/>
                  </a:lnTo>
                  <a:cubicBezTo>
                    <a:pt x="6227937" y="1127247"/>
                    <a:pt x="6149211" y="1056081"/>
                    <a:pt x="6066914" y="989616"/>
                  </a:cubicBezTo>
                  <a:cubicBezTo>
                    <a:pt x="5902714" y="856299"/>
                    <a:pt x="5724360" y="740371"/>
                    <a:pt x="5533688" y="647242"/>
                  </a:cubicBezTo>
                  <a:cubicBezTo>
                    <a:pt x="5343146" y="553857"/>
                    <a:pt x="5141466" y="482239"/>
                    <a:pt x="4933626" y="432262"/>
                  </a:cubicBezTo>
                  <a:cubicBezTo>
                    <a:pt x="4725788" y="382156"/>
                    <a:pt x="4512182" y="353303"/>
                    <a:pt x="4296873" y="343126"/>
                  </a:cubicBezTo>
                  <a:cubicBezTo>
                    <a:pt x="4081172" y="332435"/>
                    <a:pt x="3865732" y="339520"/>
                    <a:pt x="3651602" y="365797"/>
                  </a:cubicBezTo>
                  <a:cubicBezTo>
                    <a:pt x="3437604" y="392202"/>
                    <a:pt x="3225572" y="436384"/>
                    <a:pt x="3018256" y="496666"/>
                  </a:cubicBezTo>
                  <a:cubicBezTo>
                    <a:pt x="2810809" y="556691"/>
                    <a:pt x="2608474" y="634362"/>
                    <a:pt x="2412429" y="724399"/>
                  </a:cubicBezTo>
                  <a:cubicBezTo>
                    <a:pt x="2019160" y="902541"/>
                    <a:pt x="1651969" y="1138775"/>
                    <a:pt x="1329857" y="1424086"/>
                  </a:cubicBezTo>
                  <a:cubicBezTo>
                    <a:pt x="1169326" y="1567192"/>
                    <a:pt x="1020588" y="1723307"/>
                    <a:pt x="887314" y="1891015"/>
                  </a:cubicBezTo>
                  <a:cubicBezTo>
                    <a:pt x="753778" y="2058466"/>
                    <a:pt x="635967" y="2238026"/>
                    <a:pt x="537420" y="2427245"/>
                  </a:cubicBezTo>
                  <a:cubicBezTo>
                    <a:pt x="438874" y="2616335"/>
                    <a:pt x="356839" y="2814313"/>
                    <a:pt x="299965" y="3020021"/>
                  </a:cubicBezTo>
                  <a:cubicBezTo>
                    <a:pt x="242961" y="3225212"/>
                    <a:pt x="213474" y="3438518"/>
                    <a:pt x="213606" y="3651953"/>
                  </a:cubicBezTo>
                  <a:cubicBezTo>
                    <a:pt x="214785" y="3756804"/>
                    <a:pt x="225269" y="3860881"/>
                    <a:pt x="250036" y="3961352"/>
                  </a:cubicBezTo>
                  <a:cubicBezTo>
                    <a:pt x="274412" y="4061950"/>
                    <a:pt x="312284" y="4158171"/>
                    <a:pt x="357625" y="4250783"/>
                  </a:cubicBezTo>
                  <a:cubicBezTo>
                    <a:pt x="380558" y="4297025"/>
                    <a:pt x="405982" y="4342366"/>
                    <a:pt x="432715" y="4387063"/>
                  </a:cubicBezTo>
                  <a:cubicBezTo>
                    <a:pt x="459841" y="4431630"/>
                    <a:pt x="488803" y="4475554"/>
                    <a:pt x="518943" y="4518962"/>
                  </a:cubicBezTo>
                  <a:cubicBezTo>
                    <a:pt x="580011" y="4605521"/>
                    <a:pt x="647893" y="4689504"/>
                    <a:pt x="718133" y="4773874"/>
                  </a:cubicBezTo>
                  <a:cubicBezTo>
                    <a:pt x="788374" y="4858372"/>
                    <a:pt x="861760" y="4942871"/>
                    <a:pt x="933704" y="5030717"/>
                  </a:cubicBezTo>
                  <a:cubicBezTo>
                    <a:pt x="969742" y="5074512"/>
                    <a:pt x="1005387" y="5119337"/>
                    <a:pt x="1040900" y="5164806"/>
                  </a:cubicBezTo>
                  <a:lnTo>
                    <a:pt x="1092401" y="5230628"/>
                  </a:lnTo>
                  <a:cubicBezTo>
                    <a:pt x="1109306" y="5251624"/>
                    <a:pt x="1125425" y="5273135"/>
                    <a:pt x="1142854" y="5293615"/>
                  </a:cubicBezTo>
                  <a:cubicBezTo>
                    <a:pt x="1278880" y="5460293"/>
                    <a:pt x="1426438" y="5613704"/>
                    <a:pt x="1576354" y="5759128"/>
                  </a:cubicBezTo>
                  <a:cubicBezTo>
                    <a:pt x="1651706" y="5831519"/>
                    <a:pt x="1728368" y="5901461"/>
                    <a:pt x="1806865" y="5968571"/>
                  </a:cubicBezTo>
                  <a:cubicBezTo>
                    <a:pt x="1885362" y="6035680"/>
                    <a:pt x="1965299" y="6100599"/>
                    <a:pt x="2048253" y="6161654"/>
                  </a:cubicBezTo>
                  <a:cubicBezTo>
                    <a:pt x="2213502" y="6284022"/>
                    <a:pt x="2391724" y="6393380"/>
                    <a:pt x="2587506" y="6467059"/>
                  </a:cubicBezTo>
                  <a:cubicBezTo>
                    <a:pt x="2685137" y="6503898"/>
                    <a:pt x="2786304" y="6532106"/>
                    <a:pt x="2889176" y="6553360"/>
                  </a:cubicBezTo>
                  <a:lnTo>
                    <a:pt x="2929698" y="6561326"/>
                  </a:lnTo>
                  <a:lnTo>
                    <a:pt x="1816374" y="6561326"/>
                  </a:lnTo>
                  <a:lnTo>
                    <a:pt x="1787601" y="6545761"/>
                  </a:lnTo>
                  <a:cubicBezTo>
                    <a:pt x="1577272" y="6422749"/>
                    <a:pt x="1389483" y="6266761"/>
                    <a:pt x="1225544" y="6094158"/>
                  </a:cubicBezTo>
                  <a:cubicBezTo>
                    <a:pt x="1143116" y="6007986"/>
                    <a:pt x="1068158" y="5916274"/>
                    <a:pt x="997654" y="5822374"/>
                  </a:cubicBezTo>
                  <a:cubicBezTo>
                    <a:pt x="927546" y="5728086"/>
                    <a:pt x="860842" y="5632381"/>
                    <a:pt x="798596" y="5534615"/>
                  </a:cubicBezTo>
                  <a:cubicBezTo>
                    <a:pt x="782608" y="5510399"/>
                    <a:pt x="767537" y="5485797"/>
                    <a:pt x="752075" y="5461324"/>
                  </a:cubicBezTo>
                  <a:lnTo>
                    <a:pt x="707650" y="5390221"/>
                  </a:lnTo>
                  <a:cubicBezTo>
                    <a:pt x="679213" y="5344237"/>
                    <a:pt x="649728" y="5298638"/>
                    <a:pt x="619980" y="5252396"/>
                  </a:cubicBezTo>
                  <a:lnTo>
                    <a:pt x="438349" y="4970822"/>
                  </a:lnTo>
                  <a:cubicBezTo>
                    <a:pt x="377413" y="4874860"/>
                    <a:pt x="317263" y="4776064"/>
                    <a:pt x="261044" y="4673145"/>
                  </a:cubicBezTo>
                  <a:cubicBezTo>
                    <a:pt x="233000" y="4621622"/>
                    <a:pt x="205874" y="4569197"/>
                    <a:pt x="181107" y="4515356"/>
                  </a:cubicBezTo>
                  <a:cubicBezTo>
                    <a:pt x="156470" y="4461385"/>
                    <a:pt x="133537" y="4406385"/>
                    <a:pt x="113224" y="4350223"/>
                  </a:cubicBezTo>
                  <a:cubicBezTo>
                    <a:pt x="93305" y="4293934"/>
                    <a:pt x="75614" y="4236872"/>
                    <a:pt x="61199" y="4178908"/>
                  </a:cubicBezTo>
                  <a:cubicBezTo>
                    <a:pt x="54385" y="4149927"/>
                    <a:pt x="47440" y="4120815"/>
                    <a:pt x="41804" y="4091577"/>
                  </a:cubicBezTo>
                  <a:lnTo>
                    <a:pt x="33287" y="4047781"/>
                  </a:lnTo>
                  <a:lnTo>
                    <a:pt x="26209" y="4003858"/>
                  </a:lnTo>
                  <a:cubicBezTo>
                    <a:pt x="7732" y="3886643"/>
                    <a:pt x="0" y="3768783"/>
                    <a:pt x="0" y="3651953"/>
                  </a:cubicBezTo>
                  <a:cubicBezTo>
                    <a:pt x="524" y="3422031"/>
                    <a:pt x="25030" y="3192109"/>
                    <a:pt x="72731" y="2966307"/>
                  </a:cubicBezTo>
                  <a:cubicBezTo>
                    <a:pt x="120301" y="2740634"/>
                    <a:pt x="193163" y="2519343"/>
                    <a:pt x="291316" y="2309385"/>
                  </a:cubicBezTo>
                  <a:cubicBezTo>
                    <a:pt x="488540" y="1889469"/>
                    <a:pt x="774352" y="1513736"/>
                    <a:pt x="1110878" y="1193776"/>
                  </a:cubicBezTo>
                  <a:cubicBezTo>
                    <a:pt x="1279535" y="1033797"/>
                    <a:pt x="1461821" y="887856"/>
                    <a:pt x="1654327" y="756730"/>
                  </a:cubicBezTo>
                  <a:cubicBezTo>
                    <a:pt x="1847096" y="625732"/>
                    <a:pt x="2049956" y="509031"/>
                    <a:pt x="2261727" y="409720"/>
                  </a:cubicBezTo>
                  <a:cubicBezTo>
                    <a:pt x="2685792" y="212515"/>
                    <a:pt x="3142357" y="82162"/>
                    <a:pt x="3610060" y="27032"/>
                  </a:cubicBezTo>
                  <a:cubicBezTo>
                    <a:pt x="3785399" y="6647"/>
                    <a:pt x="3962657" y="-2144"/>
                    <a:pt x="4139342" y="44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BC4A6C98-F96E-4587-B01F-A9B01BBFAD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1866928 h 6521594"/>
                <a:gd name="connsiteX4" fmla="*/ 6212358 w 6321679"/>
                <a:gd name="connsiteY4" fmla="*/ 1689281 h 6521594"/>
                <a:gd name="connsiteX5" fmla="*/ 6049880 w 6321679"/>
                <a:gd name="connsiteY5" fmla="*/ 1477173 h 6521594"/>
                <a:gd name="connsiteX6" fmla="*/ 5248663 w 6321679"/>
                <a:gd name="connsiteY6" fmla="*/ 869327 h 6521594"/>
                <a:gd name="connsiteX7" fmla="*/ 4150102 w 6321679"/>
                <a:gd name="connsiteY7" fmla="*/ 644042 h 6521594"/>
                <a:gd name="connsiteX8" fmla="*/ 2867946 w 6321679"/>
                <a:gd name="connsiteY8" fmla="*/ 886459 h 6521594"/>
                <a:gd name="connsiteX9" fmla="*/ 1728892 w 6321679"/>
                <a:gd name="connsiteY9" fmla="*/ 1552397 h 6521594"/>
                <a:gd name="connsiteX10" fmla="*/ 941043 w 6321679"/>
                <a:gd name="connsiteY10" fmla="*/ 2512664 h 6521594"/>
                <a:gd name="connsiteX11" fmla="*/ 655362 w 6321679"/>
                <a:gd name="connsiteY11" fmla="*/ 3630204 h 6521594"/>
                <a:gd name="connsiteX12" fmla="*/ 1128177 w 6321679"/>
                <a:gd name="connsiteY12" fmla="*/ 4667883 h 6521594"/>
                <a:gd name="connsiteX13" fmla="*/ 1366419 w 6321679"/>
                <a:gd name="connsiteY13" fmla="*/ 4997246 h 6521594"/>
                <a:gd name="connsiteX14" fmla="*/ 3601937 w 6321679"/>
                <a:gd name="connsiteY14" fmla="*/ 6284685 h 6521594"/>
                <a:gd name="connsiteX15" fmla="*/ 5298985 w 6321679"/>
                <a:gd name="connsiteY15" fmla="*/ 5492643 h 6521594"/>
                <a:gd name="connsiteX16" fmla="*/ 5505513 w 6321679"/>
                <a:gd name="connsiteY16" fmla="*/ 5335367 h 6521594"/>
                <a:gd name="connsiteX17" fmla="*/ 6252618 w 6321679"/>
                <a:gd name="connsiteY17" fmla="*/ 4722492 h 6521594"/>
                <a:gd name="connsiteX18" fmla="*/ 6321679 w 6321679"/>
                <a:gd name="connsiteY18" fmla="*/ 4651477 h 6521594"/>
                <a:gd name="connsiteX19" fmla="*/ 6321679 w 6321679"/>
                <a:gd name="connsiteY19" fmla="*/ 5523097 h 6521594"/>
                <a:gd name="connsiteX20" fmla="*/ 6024428 w 6321679"/>
                <a:gd name="connsiteY20" fmla="*/ 5754969 h 6521594"/>
                <a:gd name="connsiteX21" fmla="*/ 5702345 w 6321679"/>
                <a:gd name="connsiteY21" fmla="*/ 6000018 h 6521594"/>
                <a:gd name="connsiteX22" fmla="*/ 4988380 w 6321679"/>
                <a:gd name="connsiteY22" fmla="*/ 6506549 h 6521594"/>
                <a:gd name="connsiteX23" fmla="*/ 4961490 w 6321679"/>
                <a:gd name="connsiteY23" fmla="*/ 6521594 h 6521594"/>
                <a:gd name="connsiteX24" fmla="*/ 2011326 w 6321679"/>
                <a:gd name="connsiteY24" fmla="*/ 6521594 h 6521594"/>
                <a:gd name="connsiteX25" fmla="*/ 1982893 w 6321679"/>
                <a:gd name="connsiteY25" fmla="*/ 6505768 h 6521594"/>
                <a:gd name="connsiteX26" fmla="*/ 824149 w 6321679"/>
                <a:gd name="connsiteY26" fmla="*/ 5358682 h 6521594"/>
                <a:gd name="connsiteX27" fmla="*/ 0 w 6321679"/>
                <a:gd name="connsiteY27" fmla="*/ 3630075 h 6521594"/>
                <a:gd name="connsiteX28" fmla="*/ 4150102 w 6321679"/>
                <a:gd name="connsiteY28"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321679" h="6521594">
                  <a:moveTo>
                    <a:pt x="4150102" y="0"/>
                  </a:moveTo>
                  <a:cubicBezTo>
                    <a:pt x="4918148" y="0"/>
                    <a:pt x="5569597" y="228540"/>
                    <a:pt x="6083891" y="619943"/>
                  </a:cubicBezTo>
                  <a:lnTo>
                    <a:pt x="6321679" y="822247"/>
                  </a:lnTo>
                  <a:lnTo>
                    <a:pt x="6321679" y="1866928"/>
                  </a:lnTo>
                  <a:lnTo>
                    <a:pt x="6212358" y="1689281"/>
                  </a:lnTo>
                  <a:cubicBezTo>
                    <a:pt x="6161484" y="1615222"/>
                    <a:pt x="6107295" y="1544427"/>
                    <a:pt x="6049880" y="1477173"/>
                  </a:cubicBezTo>
                  <a:cubicBezTo>
                    <a:pt x="5825135" y="1214018"/>
                    <a:pt x="5555573" y="1009470"/>
                    <a:pt x="5248663" y="869327"/>
                  </a:cubicBezTo>
                  <a:cubicBezTo>
                    <a:pt x="4921178" y="719909"/>
                    <a:pt x="4551627" y="644042"/>
                    <a:pt x="4150102" y="644042"/>
                  </a:cubicBezTo>
                  <a:cubicBezTo>
                    <a:pt x="3724203" y="644042"/>
                    <a:pt x="3292799" y="725448"/>
                    <a:pt x="2867946" y="886459"/>
                  </a:cubicBezTo>
                  <a:cubicBezTo>
                    <a:pt x="2454234" y="1042832"/>
                    <a:pt x="2060440" y="1273141"/>
                    <a:pt x="1728892" y="1552397"/>
                  </a:cubicBezTo>
                  <a:cubicBezTo>
                    <a:pt x="1391580" y="1836419"/>
                    <a:pt x="1126473" y="2159600"/>
                    <a:pt x="941043" y="2512664"/>
                  </a:cubicBezTo>
                  <a:cubicBezTo>
                    <a:pt x="751551" y="2873583"/>
                    <a:pt x="655362" y="3249575"/>
                    <a:pt x="655362" y="3630204"/>
                  </a:cubicBezTo>
                  <a:cubicBezTo>
                    <a:pt x="655362" y="4013537"/>
                    <a:pt x="808817" y="4237405"/>
                    <a:pt x="1128177" y="4667883"/>
                  </a:cubicBezTo>
                  <a:cubicBezTo>
                    <a:pt x="1205232" y="4771702"/>
                    <a:pt x="1284908" y="4879129"/>
                    <a:pt x="1366419" y="4997246"/>
                  </a:cubicBezTo>
                  <a:cubicBezTo>
                    <a:pt x="1989282" y="5899677"/>
                    <a:pt x="2657880" y="6284685"/>
                    <a:pt x="3601937" y="6284685"/>
                  </a:cubicBezTo>
                  <a:cubicBezTo>
                    <a:pt x="4221523" y="6284685"/>
                    <a:pt x="4676122" y="5971036"/>
                    <a:pt x="5298985" y="5492643"/>
                  </a:cubicBezTo>
                  <a:cubicBezTo>
                    <a:pt x="5368571" y="5439187"/>
                    <a:pt x="5438156" y="5386375"/>
                    <a:pt x="5505513" y="5335367"/>
                  </a:cubicBezTo>
                  <a:cubicBezTo>
                    <a:pt x="5779335" y="5127761"/>
                    <a:pt x="6041730" y="4928776"/>
                    <a:pt x="6252618" y="4722492"/>
                  </a:cubicBezTo>
                  <a:lnTo>
                    <a:pt x="6321679" y="4651477"/>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A66409EC-9CC3-482A-A4A5-54ED092B3F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2150195 h 6521594"/>
                <a:gd name="connsiteX4" fmla="*/ 6241288 w 6321679"/>
                <a:gd name="connsiteY4" fmla="*/ 1985338 h 6521594"/>
                <a:gd name="connsiteX5" fmla="*/ 5949367 w 6321679"/>
                <a:gd name="connsiteY5" fmla="*/ 1559997 h 6521594"/>
                <a:gd name="connsiteX6" fmla="*/ 5193362 w 6321679"/>
                <a:gd name="connsiteY6" fmla="*/ 986156 h 6521594"/>
                <a:gd name="connsiteX7" fmla="*/ 4150102 w 6321679"/>
                <a:gd name="connsiteY7" fmla="*/ 772850 h 6521594"/>
                <a:gd name="connsiteX8" fmla="*/ 2914861 w 6321679"/>
                <a:gd name="connsiteY8" fmla="*/ 1006637 h 6521594"/>
                <a:gd name="connsiteX9" fmla="*/ 1814073 w 6321679"/>
                <a:gd name="connsiteY9" fmla="*/ 1650163 h 6521594"/>
                <a:gd name="connsiteX10" fmla="*/ 1057412 w 6321679"/>
                <a:gd name="connsiteY10" fmla="*/ 2571657 h 6521594"/>
                <a:gd name="connsiteX11" fmla="*/ 786277 w 6321679"/>
                <a:gd name="connsiteY11" fmla="*/ 3630204 h 6521594"/>
                <a:gd name="connsiteX12" fmla="*/ 1233931 w 6321679"/>
                <a:gd name="connsiteY12" fmla="*/ 4592016 h 6521594"/>
                <a:gd name="connsiteX13" fmla="*/ 1474795 w 6321679"/>
                <a:gd name="connsiteY13" fmla="*/ 4924985 h 6521594"/>
                <a:gd name="connsiteX14" fmla="*/ 2393691 w 6321679"/>
                <a:gd name="connsiteY14" fmla="*/ 5846995 h 6521594"/>
                <a:gd name="connsiteX15" fmla="*/ 3601805 w 6321679"/>
                <a:gd name="connsiteY15" fmla="*/ 6155876 h 6521594"/>
                <a:gd name="connsiteX16" fmla="*/ 4378909 w 6321679"/>
                <a:gd name="connsiteY16" fmla="*/ 5959186 h 6521594"/>
                <a:gd name="connsiteX17" fmla="*/ 5218129 w 6321679"/>
                <a:gd name="connsiteY17" fmla="*/ 5391271 h 6521594"/>
                <a:gd name="connsiteX18" fmla="*/ 5425313 w 6321679"/>
                <a:gd name="connsiteY18" fmla="*/ 5233481 h 6521594"/>
                <a:gd name="connsiteX19" fmla="*/ 6254366 w 6321679"/>
                <a:gd name="connsiteY19" fmla="*/ 4534301 h 6521594"/>
                <a:gd name="connsiteX20" fmla="*/ 6321679 w 6321679"/>
                <a:gd name="connsiteY20" fmla="*/ 4456641 h 6521594"/>
                <a:gd name="connsiteX21" fmla="*/ 6321679 w 6321679"/>
                <a:gd name="connsiteY21" fmla="*/ 5523097 h 6521594"/>
                <a:gd name="connsiteX22" fmla="*/ 6024428 w 6321679"/>
                <a:gd name="connsiteY22" fmla="*/ 5754969 h 6521594"/>
                <a:gd name="connsiteX23" fmla="*/ 5702345 w 6321679"/>
                <a:gd name="connsiteY23" fmla="*/ 6000018 h 6521594"/>
                <a:gd name="connsiteX24" fmla="*/ 4988380 w 6321679"/>
                <a:gd name="connsiteY24" fmla="*/ 6506549 h 6521594"/>
                <a:gd name="connsiteX25" fmla="*/ 4961490 w 6321679"/>
                <a:gd name="connsiteY25" fmla="*/ 6521594 h 6521594"/>
                <a:gd name="connsiteX26" fmla="*/ 2011326 w 6321679"/>
                <a:gd name="connsiteY26" fmla="*/ 6521594 h 6521594"/>
                <a:gd name="connsiteX27" fmla="*/ 1982893 w 6321679"/>
                <a:gd name="connsiteY27" fmla="*/ 6505768 h 6521594"/>
                <a:gd name="connsiteX28" fmla="*/ 824149 w 6321679"/>
                <a:gd name="connsiteY28" fmla="*/ 5358682 h 6521594"/>
                <a:gd name="connsiteX29" fmla="*/ 0 w 6321679"/>
                <a:gd name="connsiteY29" fmla="*/ 3630075 h 6521594"/>
                <a:gd name="connsiteX30" fmla="*/ 4150102 w 6321679"/>
                <a:gd name="connsiteY30"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321679" h="6521594">
                  <a:moveTo>
                    <a:pt x="4150102" y="0"/>
                  </a:moveTo>
                  <a:cubicBezTo>
                    <a:pt x="4918148" y="0"/>
                    <a:pt x="5569597" y="228540"/>
                    <a:pt x="6083891" y="619943"/>
                  </a:cubicBezTo>
                  <a:lnTo>
                    <a:pt x="6321679" y="822247"/>
                  </a:lnTo>
                  <a:lnTo>
                    <a:pt x="6321679" y="2150195"/>
                  </a:lnTo>
                  <a:lnTo>
                    <a:pt x="6241288" y="1985338"/>
                  </a:lnTo>
                  <a:cubicBezTo>
                    <a:pt x="6156788" y="1831195"/>
                    <a:pt x="6059249" y="1688709"/>
                    <a:pt x="5949367" y="1559997"/>
                  </a:cubicBezTo>
                  <a:cubicBezTo>
                    <a:pt x="5737073" y="1311397"/>
                    <a:pt x="5482843" y="1118314"/>
                    <a:pt x="5193362" y="986156"/>
                  </a:cubicBezTo>
                  <a:cubicBezTo>
                    <a:pt x="4883437" y="844596"/>
                    <a:pt x="4532365" y="772850"/>
                    <a:pt x="4150102" y="772850"/>
                  </a:cubicBezTo>
                  <a:cubicBezTo>
                    <a:pt x="3746218" y="772850"/>
                    <a:pt x="3319008" y="853613"/>
                    <a:pt x="2914861" y="1006637"/>
                  </a:cubicBezTo>
                  <a:cubicBezTo>
                    <a:pt x="2515039" y="1157857"/>
                    <a:pt x="2134350" y="1380438"/>
                    <a:pt x="1814073" y="1650163"/>
                  </a:cubicBezTo>
                  <a:cubicBezTo>
                    <a:pt x="1494190" y="1919502"/>
                    <a:pt x="1232622" y="2238173"/>
                    <a:pt x="1057412" y="2571657"/>
                  </a:cubicBezTo>
                  <a:cubicBezTo>
                    <a:pt x="877486" y="2914158"/>
                    <a:pt x="786277" y="3270313"/>
                    <a:pt x="786277" y="3630204"/>
                  </a:cubicBezTo>
                  <a:cubicBezTo>
                    <a:pt x="786277" y="3974121"/>
                    <a:pt x="923483" y="4173646"/>
                    <a:pt x="1233931" y="4592016"/>
                  </a:cubicBezTo>
                  <a:cubicBezTo>
                    <a:pt x="1311641" y="4696736"/>
                    <a:pt x="1391972" y="4805064"/>
                    <a:pt x="1474795" y="4924985"/>
                  </a:cubicBezTo>
                  <a:cubicBezTo>
                    <a:pt x="1767682" y="5349278"/>
                    <a:pt x="2068172" y="5650948"/>
                    <a:pt x="2393691" y="5846995"/>
                  </a:cubicBezTo>
                  <a:cubicBezTo>
                    <a:pt x="2738735" y="6054891"/>
                    <a:pt x="3133971" y="6155876"/>
                    <a:pt x="3601805" y="6155876"/>
                  </a:cubicBezTo>
                  <a:cubicBezTo>
                    <a:pt x="3867305" y="6155876"/>
                    <a:pt x="4114196" y="6093405"/>
                    <a:pt x="4378909" y="5959186"/>
                  </a:cubicBezTo>
                  <a:cubicBezTo>
                    <a:pt x="4650699" y="5821362"/>
                    <a:pt x="4919737" y="5620421"/>
                    <a:pt x="5218129" y="5391271"/>
                  </a:cubicBezTo>
                  <a:cubicBezTo>
                    <a:pt x="5288107" y="5337558"/>
                    <a:pt x="5357824" y="5284617"/>
                    <a:pt x="5425313" y="5233481"/>
                  </a:cubicBezTo>
                  <a:cubicBezTo>
                    <a:pt x="5739037" y="4995556"/>
                    <a:pt x="6037512" y="4769168"/>
                    <a:pt x="6254366" y="4534301"/>
                  </a:cubicBezTo>
                  <a:lnTo>
                    <a:pt x="6321679" y="4456641"/>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8" name="Picture Placeholder 7" descr="A screenshot of a computer&#10;&#10;AI-generated content may be incorrect.">
            <a:extLst>
              <a:ext uri="{FF2B5EF4-FFF2-40B4-BE49-F238E27FC236}">
                <a16:creationId xmlns:a16="http://schemas.microsoft.com/office/drawing/2014/main" id="{14B30297-5028-854C-A1D8-FE69271D493C}"/>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l="-124" r="8076"/>
          <a:stretch>
            <a:fillRect/>
          </a:stretch>
        </p:blipFill>
        <p:spPr>
          <a:xfrm>
            <a:off x="7708392" y="2805128"/>
            <a:ext cx="4142232" cy="2171288"/>
          </a:xfrm>
          <a:prstGeom prst="rect">
            <a:avLst/>
          </a:prstGeom>
        </p:spPr>
      </p:pic>
    </p:spTree>
    <p:extLst>
      <p:ext uri="{BB962C8B-B14F-4D97-AF65-F5344CB8AC3E}">
        <p14:creationId xmlns:p14="http://schemas.microsoft.com/office/powerpoint/2010/main" val="3773156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98E5F28-A289-D07E-4DED-504263BF2EBD}"/>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6FACB3C-9069-4791-BC5C-0DB7CD19B8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1F2038E-D777-4B76-81DD-DD13EE91B9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E703F9E-3210-39E7-0FEC-2A28B6A9A0B2}"/>
              </a:ext>
            </a:extLst>
          </p:cNvPr>
          <p:cNvSpPr>
            <a:spLocks noGrp="1"/>
          </p:cNvSpPr>
          <p:nvPr>
            <p:ph type="title"/>
          </p:nvPr>
        </p:nvSpPr>
        <p:spPr>
          <a:xfrm>
            <a:off x="804672" y="802955"/>
            <a:ext cx="4766330" cy="1454051"/>
          </a:xfrm>
        </p:spPr>
        <p:txBody>
          <a:bodyPr vert="horz" lIns="91440" tIns="45720" rIns="91440" bIns="45720" rtlCol="0" anchor="ctr">
            <a:normAutofit/>
          </a:bodyPr>
          <a:lstStyle/>
          <a:p>
            <a:r>
              <a:rPr lang="en-US" sz="3600" kern="1200">
                <a:solidFill>
                  <a:schemeClr val="tx2"/>
                </a:solidFill>
                <a:latin typeface="+mj-lt"/>
                <a:ea typeface="+mj-ea"/>
                <a:cs typeface="+mj-cs"/>
              </a:rPr>
              <a:t>Verify Page</a:t>
            </a:r>
          </a:p>
        </p:txBody>
      </p:sp>
      <p:sp>
        <p:nvSpPr>
          <p:cNvPr id="4" name="Text Placeholder 3">
            <a:extLst>
              <a:ext uri="{FF2B5EF4-FFF2-40B4-BE49-F238E27FC236}">
                <a16:creationId xmlns:a16="http://schemas.microsoft.com/office/drawing/2014/main" id="{9C92E7B3-0BB5-4FEE-2F49-DADF69617B92}"/>
              </a:ext>
            </a:extLst>
          </p:cNvPr>
          <p:cNvSpPr>
            <a:spLocks noGrp="1"/>
          </p:cNvSpPr>
          <p:nvPr>
            <p:ph type="body" sz="half" idx="2"/>
          </p:nvPr>
        </p:nvSpPr>
        <p:spPr>
          <a:xfrm>
            <a:off x="804672" y="2421683"/>
            <a:ext cx="4765949" cy="3353476"/>
          </a:xfrm>
        </p:spPr>
        <p:txBody>
          <a:bodyPr vert="horz" lIns="91440" tIns="45720" rIns="91440" bIns="45720" rtlCol="0" anchor="t">
            <a:normAutofit/>
          </a:bodyPr>
          <a:lstStyle/>
          <a:p>
            <a:pPr indent="-228600">
              <a:buFont typeface="Arial" panose="020B0604020202020204" pitchFamily="34" charset="0"/>
              <a:buChar char="•"/>
            </a:pPr>
            <a:r>
              <a:rPr lang="en-US" sz="1800" dirty="0"/>
              <a:t>The Verify Page</a:t>
            </a:r>
          </a:p>
          <a:p>
            <a:pPr indent="-228600">
              <a:buFont typeface="Arial" panose="020B0604020202020204" pitchFamily="34" charset="0"/>
              <a:buChar char="•"/>
            </a:pPr>
            <a:r>
              <a:rPr lang="en-US" sz="1800" dirty="0"/>
              <a:t>This is the workspace of the coordinator or academic manager. This is where they review claims that have been submitted. This allows for them to properly assess the documents and information provided before verifying or rejecting the claims.</a:t>
            </a:r>
            <a:endParaRPr lang="en-US" sz="1800" dirty="0">
              <a:solidFill>
                <a:schemeClr val="tx2"/>
              </a:solidFill>
            </a:endParaRPr>
          </a:p>
        </p:txBody>
      </p:sp>
      <p:grpSp>
        <p:nvGrpSpPr>
          <p:cNvPr id="14" name="Group 13">
            <a:extLst>
              <a:ext uri="{FF2B5EF4-FFF2-40B4-BE49-F238E27FC236}">
                <a16:creationId xmlns:a16="http://schemas.microsoft.com/office/drawing/2014/main" id="{DD354807-230F-4402-B1B9-F733A8F1F19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18240" y="-16714"/>
            <a:ext cx="6373761" cy="6874714"/>
            <a:chOff x="5818240" y="-1"/>
            <a:chExt cx="6373761" cy="6874714"/>
          </a:xfrm>
        </p:grpSpPr>
        <p:sp>
          <p:nvSpPr>
            <p:cNvPr id="15" name="Freeform: Shape 14">
              <a:extLst>
                <a:ext uri="{FF2B5EF4-FFF2-40B4-BE49-F238E27FC236}">
                  <a16:creationId xmlns:a16="http://schemas.microsoft.com/office/drawing/2014/main" id="{BF5A6F4A-CE87-4D5C-9382-8167967CE8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18240" y="-1"/>
              <a:ext cx="6373761" cy="6874714"/>
            </a:xfrm>
            <a:custGeom>
              <a:avLst/>
              <a:gdLst>
                <a:gd name="connsiteX0" fmla="*/ 6373761 w 6373761"/>
                <a:gd name="connsiteY0" fmla="*/ 5771297 h 6874714"/>
                <a:gd name="connsiteX1" fmla="*/ 6373761 w 6373761"/>
                <a:gd name="connsiteY1" fmla="*/ 6247960 h 6874714"/>
                <a:gd name="connsiteX2" fmla="*/ 6235932 w 6373761"/>
                <a:gd name="connsiteY2" fmla="*/ 6361930 h 6874714"/>
                <a:gd name="connsiteX3" fmla="*/ 5960375 w 6373761"/>
                <a:gd name="connsiteY3" fmla="*/ 6587489 h 6874714"/>
                <a:gd name="connsiteX4" fmla="*/ 5822907 w 6373761"/>
                <a:gd name="connsiteY4" fmla="*/ 6701871 h 6874714"/>
                <a:gd name="connsiteX5" fmla="*/ 5681115 w 6373761"/>
                <a:gd name="connsiteY5" fmla="*/ 6816896 h 6874714"/>
                <a:gd name="connsiteX6" fmla="*/ 5604096 w 6373761"/>
                <a:gd name="connsiteY6" fmla="*/ 6874714 h 6874714"/>
                <a:gd name="connsiteX7" fmla="*/ 4878485 w 6373761"/>
                <a:gd name="connsiteY7" fmla="*/ 6874714 h 6874714"/>
                <a:gd name="connsiteX8" fmla="*/ 5006014 w 6373761"/>
                <a:gd name="connsiteY8" fmla="*/ 6800200 h 6874714"/>
                <a:gd name="connsiteX9" fmla="*/ 5149855 w 6373761"/>
                <a:gd name="connsiteY9" fmla="*/ 6707667 h 6874714"/>
                <a:gd name="connsiteX10" fmla="*/ 5431866 w 6373761"/>
                <a:gd name="connsiteY10" fmla="*/ 6506210 h 6874714"/>
                <a:gd name="connsiteX11" fmla="*/ 5571036 w 6373761"/>
                <a:gd name="connsiteY11" fmla="*/ 6399557 h 6874714"/>
                <a:gd name="connsiteX12" fmla="*/ 5711649 w 6373761"/>
                <a:gd name="connsiteY12" fmla="*/ 6288912 h 6874714"/>
                <a:gd name="connsiteX13" fmla="*/ 6276589 w 6373761"/>
                <a:gd name="connsiteY13" fmla="*/ 5852379 h 6874714"/>
                <a:gd name="connsiteX14" fmla="*/ 3975975 w 6373761"/>
                <a:gd name="connsiteY14" fmla="*/ 263 h 6874714"/>
                <a:gd name="connsiteX15" fmla="*/ 4350473 w 6373761"/>
                <a:gd name="connsiteY15" fmla="*/ 24963 h 6874714"/>
                <a:gd name="connsiteX16" fmla="*/ 5077909 w 6373761"/>
                <a:gd name="connsiteY16" fmla="*/ 189450 h 6874714"/>
                <a:gd name="connsiteX17" fmla="*/ 5746507 w 6373761"/>
                <a:gd name="connsiteY17" fmla="*/ 505804 h 6874714"/>
                <a:gd name="connsiteX18" fmla="*/ 6322456 w 6373761"/>
                <a:gd name="connsiteY18" fmla="*/ 956633 h 6874714"/>
                <a:gd name="connsiteX19" fmla="*/ 6373761 w 6373761"/>
                <a:gd name="connsiteY19" fmla="*/ 1011863 h 6874714"/>
                <a:gd name="connsiteX20" fmla="*/ 6373761 w 6373761"/>
                <a:gd name="connsiteY20" fmla="*/ 1185075 h 6874714"/>
                <a:gd name="connsiteX21" fmla="*/ 6359489 w 6373761"/>
                <a:gd name="connsiteY21" fmla="*/ 1169497 h 6874714"/>
                <a:gd name="connsiteX22" fmla="*/ 6233869 w 6373761"/>
                <a:gd name="connsiteY22" fmla="*/ 1047442 h 6874714"/>
                <a:gd name="connsiteX23" fmla="*/ 5961423 w 6373761"/>
                <a:gd name="connsiteY23" fmla="*/ 827953 h 6874714"/>
                <a:gd name="connsiteX24" fmla="*/ 5663555 w 6373761"/>
                <a:gd name="connsiteY24" fmla="*/ 645304 h 6874714"/>
                <a:gd name="connsiteX25" fmla="*/ 5013827 w 6373761"/>
                <a:gd name="connsiteY25" fmla="*/ 397863 h 6874714"/>
                <a:gd name="connsiteX26" fmla="*/ 4327409 w 6373761"/>
                <a:gd name="connsiteY26" fmla="*/ 302545 h 6874714"/>
                <a:gd name="connsiteX27" fmla="*/ 3639939 w 6373761"/>
                <a:gd name="connsiteY27" fmla="*/ 338868 h 6874714"/>
                <a:gd name="connsiteX28" fmla="*/ 3302495 w 6373761"/>
                <a:gd name="connsiteY28" fmla="*/ 403659 h 6874714"/>
                <a:gd name="connsiteX29" fmla="*/ 2971604 w 6373761"/>
                <a:gd name="connsiteY29" fmla="*/ 496273 h 6874714"/>
                <a:gd name="connsiteX30" fmla="*/ 2648706 w 6373761"/>
                <a:gd name="connsiteY30" fmla="*/ 614389 h 6874714"/>
                <a:gd name="connsiteX31" fmla="*/ 2335374 w 6373761"/>
                <a:gd name="connsiteY31" fmla="*/ 757109 h 6874714"/>
                <a:gd name="connsiteX32" fmla="*/ 1741342 w 6373761"/>
                <a:gd name="connsiteY32" fmla="*/ 1107725 h 6874714"/>
                <a:gd name="connsiteX33" fmla="*/ 1600861 w 6373761"/>
                <a:gd name="connsiteY33" fmla="*/ 1208710 h 6874714"/>
                <a:gd name="connsiteX34" fmla="*/ 1531799 w 6373761"/>
                <a:gd name="connsiteY34" fmla="*/ 1260879 h 6874714"/>
                <a:gd name="connsiteX35" fmla="*/ 1463655 w 6373761"/>
                <a:gd name="connsiteY35" fmla="*/ 1314333 h 6874714"/>
                <a:gd name="connsiteX36" fmla="*/ 1200777 w 6373761"/>
                <a:gd name="connsiteY36" fmla="*/ 1541166 h 6874714"/>
                <a:gd name="connsiteX37" fmla="*/ 731501 w 6373761"/>
                <a:gd name="connsiteY37" fmla="*/ 2055754 h 6874714"/>
                <a:gd name="connsiteX38" fmla="*/ 531393 w 6373761"/>
                <a:gd name="connsiteY38" fmla="*/ 2342739 h 6874714"/>
                <a:gd name="connsiteX39" fmla="*/ 361033 w 6373761"/>
                <a:gd name="connsiteY39" fmla="*/ 2649046 h 6874714"/>
                <a:gd name="connsiteX40" fmla="*/ 323292 w 6373761"/>
                <a:gd name="connsiteY40" fmla="*/ 2728263 h 6874714"/>
                <a:gd name="connsiteX41" fmla="*/ 304945 w 6373761"/>
                <a:gd name="connsiteY41" fmla="*/ 2768193 h 6874714"/>
                <a:gd name="connsiteX42" fmla="*/ 287516 w 6373761"/>
                <a:gd name="connsiteY42" fmla="*/ 2808510 h 6874714"/>
                <a:gd name="connsiteX43" fmla="*/ 254230 w 6373761"/>
                <a:gd name="connsiteY43" fmla="*/ 2889788 h 6874714"/>
                <a:gd name="connsiteX44" fmla="*/ 223042 w 6373761"/>
                <a:gd name="connsiteY44" fmla="*/ 2971968 h 6874714"/>
                <a:gd name="connsiteX45" fmla="*/ 121611 w 6373761"/>
                <a:gd name="connsiteY45" fmla="*/ 3308544 h 6874714"/>
                <a:gd name="connsiteX46" fmla="*/ 39314 w 6373761"/>
                <a:gd name="connsiteY46" fmla="*/ 4005912 h 6874714"/>
                <a:gd name="connsiteX47" fmla="*/ 73910 w 6373761"/>
                <a:gd name="connsiteY47" fmla="*/ 4354081 h 6874714"/>
                <a:gd name="connsiteX48" fmla="*/ 179534 w 6373761"/>
                <a:gd name="connsiteY48" fmla="*/ 4687050 h 6874714"/>
                <a:gd name="connsiteX49" fmla="*/ 215964 w 6373761"/>
                <a:gd name="connsiteY49" fmla="*/ 4766654 h 6874714"/>
                <a:gd name="connsiteX50" fmla="*/ 256457 w 6373761"/>
                <a:gd name="connsiteY50" fmla="*/ 4844455 h 6874714"/>
                <a:gd name="connsiteX51" fmla="*/ 346225 w 6373761"/>
                <a:gd name="connsiteY51" fmla="*/ 4995290 h 6874714"/>
                <a:gd name="connsiteX52" fmla="*/ 445296 w 6373761"/>
                <a:gd name="connsiteY52" fmla="*/ 5140971 h 6874714"/>
                <a:gd name="connsiteX53" fmla="*/ 551443 w 6373761"/>
                <a:gd name="connsiteY53" fmla="*/ 5282531 h 6874714"/>
                <a:gd name="connsiteX54" fmla="*/ 772387 w 6373761"/>
                <a:gd name="connsiteY54" fmla="*/ 5562561 h 6874714"/>
                <a:gd name="connsiteX55" fmla="*/ 882858 w 6373761"/>
                <a:gd name="connsiteY55" fmla="*/ 5704507 h 6874714"/>
                <a:gd name="connsiteX56" fmla="*/ 990316 w 6373761"/>
                <a:gd name="connsiteY56" fmla="*/ 5848258 h 6874714"/>
                <a:gd name="connsiteX57" fmla="*/ 1097774 w 6373761"/>
                <a:gd name="connsiteY57" fmla="*/ 5987114 h 6874714"/>
                <a:gd name="connsiteX58" fmla="*/ 1210080 w 6373761"/>
                <a:gd name="connsiteY58" fmla="*/ 6121203 h 6874714"/>
                <a:gd name="connsiteX59" fmla="*/ 1448192 w 6373761"/>
                <a:gd name="connsiteY59" fmla="*/ 6374054 h 6874714"/>
                <a:gd name="connsiteX60" fmla="*/ 1982991 w 6373761"/>
                <a:gd name="connsiteY60" fmla="*/ 6796158 h 6874714"/>
                <a:gd name="connsiteX61" fmla="*/ 2118475 w 6373761"/>
                <a:gd name="connsiteY61" fmla="*/ 6874714 h 6874714"/>
                <a:gd name="connsiteX62" fmla="*/ 1569874 w 6373761"/>
                <a:gd name="connsiteY62" fmla="*/ 6874714 h 6874714"/>
                <a:gd name="connsiteX63" fmla="*/ 1507802 w 6373761"/>
                <a:gd name="connsiteY63" fmla="*/ 6817815 h 6874714"/>
                <a:gd name="connsiteX64" fmla="*/ 1256865 w 6373761"/>
                <a:gd name="connsiteY64" fmla="*/ 6543437 h 6874714"/>
                <a:gd name="connsiteX65" fmla="*/ 1038410 w 6373761"/>
                <a:gd name="connsiteY65" fmla="*/ 6248722 h 6874714"/>
                <a:gd name="connsiteX66" fmla="*/ 845380 w 6373761"/>
                <a:gd name="connsiteY66" fmla="*/ 5941386 h 6874714"/>
                <a:gd name="connsiteX67" fmla="*/ 755351 w 6373761"/>
                <a:gd name="connsiteY67" fmla="*/ 5788877 h 6874714"/>
                <a:gd name="connsiteX68" fmla="*/ 661784 w 6373761"/>
                <a:gd name="connsiteY68" fmla="*/ 5638944 h 6874714"/>
                <a:gd name="connsiteX69" fmla="*/ 466525 w 6373761"/>
                <a:gd name="connsiteY69" fmla="*/ 5340366 h 6874714"/>
                <a:gd name="connsiteX70" fmla="*/ 370992 w 6373761"/>
                <a:gd name="connsiteY70" fmla="*/ 5188502 h 6874714"/>
                <a:gd name="connsiteX71" fmla="*/ 280046 w 6373761"/>
                <a:gd name="connsiteY71" fmla="*/ 5033287 h 6874714"/>
                <a:gd name="connsiteX72" fmla="*/ 126853 w 6373761"/>
                <a:gd name="connsiteY72" fmla="*/ 4707660 h 6874714"/>
                <a:gd name="connsiteX73" fmla="*/ 30272 w 6373761"/>
                <a:gd name="connsiteY73" fmla="*/ 4362068 h 6874714"/>
                <a:gd name="connsiteX74" fmla="*/ 0 w 6373761"/>
                <a:gd name="connsiteY74" fmla="*/ 4005912 h 6874714"/>
                <a:gd name="connsiteX75" fmla="*/ 270480 w 6373761"/>
                <a:gd name="connsiteY75" fmla="*/ 2610532 h 6874714"/>
                <a:gd name="connsiteX76" fmla="*/ 415942 w 6373761"/>
                <a:gd name="connsiteY76" fmla="*/ 2280526 h 6874714"/>
                <a:gd name="connsiteX77" fmla="*/ 590102 w 6373761"/>
                <a:gd name="connsiteY77" fmla="*/ 1962626 h 6874714"/>
                <a:gd name="connsiteX78" fmla="*/ 1020719 w 6373761"/>
                <a:gd name="connsiteY78" fmla="*/ 1373070 h 6874714"/>
                <a:gd name="connsiteX79" fmla="*/ 1275080 w 6373761"/>
                <a:gd name="connsiteY79" fmla="*/ 1107081 h 6874714"/>
                <a:gd name="connsiteX80" fmla="*/ 1342437 w 6373761"/>
                <a:gd name="connsiteY80" fmla="*/ 1043965 h 6874714"/>
                <a:gd name="connsiteX81" fmla="*/ 1411106 w 6373761"/>
                <a:gd name="connsiteY81" fmla="*/ 982138 h 6874714"/>
                <a:gd name="connsiteX82" fmla="*/ 1553029 w 6373761"/>
                <a:gd name="connsiteY82" fmla="*/ 863376 h 6874714"/>
                <a:gd name="connsiteX83" fmla="*/ 2173401 w 6373761"/>
                <a:gd name="connsiteY83" fmla="*/ 454409 h 6874714"/>
                <a:gd name="connsiteX84" fmla="*/ 3599708 w 6373761"/>
                <a:gd name="connsiteY84" fmla="*/ 16332 h 6874714"/>
                <a:gd name="connsiteX85" fmla="*/ 3975975 w 6373761"/>
                <a:gd name="connsiteY85" fmla="*/ 263 h 6874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6373761" h="6874714">
                  <a:moveTo>
                    <a:pt x="6373761" y="5771297"/>
                  </a:moveTo>
                  <a:lnTo>
                    <a:pt x="6373761" y="6247960"/>
                  </a:lnTo>
                  <a:lnTo>
                    <a:pt x="6235932" y="6361930"/>
                  </a:lnTo>
                  <a:cubicBezTo>
                    <a:pt x="6143250" y="6437460"/>
                    <a:pt x="6051059" y="6512200"/>
                    <a:pt x="5960375" y="6587489"/>
                  </a:cubicBezTo>
                  <a:lnTo>
                    <a:pt x="5822907" y="6701871"/>
                  </a:lnTo>
                  <a:cubicBezTo>
                    <a:pt x="5776123" y="6740385"/>
                    <a:pt x="5729079" y="6778899"/>
                    <a:pt x="5681115" y="6816896"/>
                  </a:cubicBezTo>
                  <a:lnTo>
                    <a:pt x="5604096" y="6874714"/>
                  </a:lnTo>
                  <a:lnTo>
                    <a:pt x="4878485" y="6874714"/>
                  </a:lnTo>
                  <a:lnTo>
                    <a:pt x="5006014" y="6800200"/>
                  </a:lnTo>
                  <a:cubicBezTo>
                    <a:pt x="5054354" y="6770429"/>
                    <a:pt x="5102285" y="6739483"/>
                    <a:pt x="5149855" y="6707667"/>
                  </a:cubicBezTo>
                  <a:cubicBezTo>
                    <a:pt x="5244993" y="6643906"/>
                    <a:pt x="5338561" y="6576025"/>
                    <a:pt x="5431866" y="6506210"/>
                  </a:cubicBezTo>
                  <a:cubicBezTo>
                    <a:pt x="5478386" y="6471304"/>
                    <a:pt x="5524777" y="6435495"/>
                    <a:pt x="5571036" y="6399557"/>
                  </a:cubicBezTo>
                  <a:lnTo>
                    <a:pt x="5711649" y="6288912"/>
                  </a:lnTo>
                  <a:cubicBezTo>
                    <a:pt x="5902059" y="6140395"/>
                    <a:pt x="6093257" y="5998320"/>
                    <a:pt x="6276589" y="5852379"/>
                  </a:cubicBezTo>
                  <a:close/>
                  <a:moveTo>
                    <a:pt x="3975975" y="263"/>
                  </a:moveTo>
                  <a:cubicBezTo>
                    <a:pt x="4101550" y="1809"/>
                    <a:pt x="4226830" y="10149"/>
                    <a:pt x="4350473" y="24963"/>
                  </a:cubicBezTo>
                  <a:cubicBezTo>
                    <a:pt x="4598149" y="54846"/>
                    <a:pt x="4842943" y="108687"/>
                    <a:pt x="5077909" y="189450"/>
                  </a:cubicBezTo>
                  <a:cubicBezTo>
                    <a:pt x="5312876" y="269955"/>
                    <a:pt x="5537357" y="376867"/>
                    <a:pt x="5746507" y="505804"/>
                  </a:cubicBezTo>
                  <a:cubicBezTo>
                    <a:pt x="5955527" y="634999"/>
                    <a:pt x="6148688" y="786864"/>
                    <a:pt x="6322456" y="956633"/>
                  </a:cubicBezTo>
                  <a:lnTo>
                    <a:pt x="6373761" y="1011863"/>
                  </a:lnTo>
                  <a:lnTo>
                    <a:pt x="6373761" y="1185075"/>
                  </a:lnTo>
                  <a:lnTo>
                    <a:pt x="6359489" y="1169497"/>
                  </a:lnTo>
                  <a:cubicBezTo>
                    <a:pt x="6318811" y="1127602"/>
                    <a:pt x="6276917" y="1086890"/>
                    <a:pt x="6233869" y="1047442"/>
                  </a:cubicBezTo>
                  <a:cubicBezTo>
                    <a:pt x="6147509" y="968870"/>
                    <a:pt x="6056431" y="895448"/>
                    <a:pt x="5961423" y="827953"/>
                  </a:cubicBezTo>
                  <a:cubicBezTo>
                    <a:pt x="5865891" y="761102"/>
                    <a:pt x="5766688" y="699403"/>
                    <a:pt x="5663555" y="645304"/>
                  </a:cubicBezTo>
                  <a:cubicBezTo>
                    <a:pt x="5457943" y="535816"/>
                    <a:pt x="5238703" y="453894"/>
                    <a:pt x="5013827" y="397863"/>
                  </a:cubicBezTo>
                  <a:cubicBezTo>
                    <a:pt x="4788953" y="341703"/>
                    <a:pt x="4558442" y="310917"/>
                    <a:pt x="4327409" y="302545"/>
                  </a:cubicBezTo>
                  <a:cubicBezTo>
                    <a:pt x="4096111" y="293012"/>
                    <a:pt x="3867174" y="305893"/>
                    <a:pt x="3639939" y="338868"/>
                  </a:cubicBezTo>
                  <a:cubicBezTo>
                    <a:pt x="3526585" y="355999"/>
                    <a:pt x="3413885" y="377254"/>
                    <a:pt x="3302495" y="403659"/>
                  </a:cubicBezTo>
                  <a:cubicBezTo>
                    <a:pt x="3191107" y="430451"/>
                    <a:pt x="3080634" y="460978"/>
                    <a:pt x="2971604" y="496273"/>
                  </a:cubicBezTo>
                  <a:cubicBezTo>
                    <a:pt x="2862573" y="531437"/>
                    <a:pt x="2754854" y="570852"/>
                    <a:pt x="2648706" y="614389"/>
                  </a:cubicBezTo>
                  <a:cubicBezTo>
                    <a:pt x="2542690" y="658056"/>
                    <a:pt x="2438114" y="705714"/>
                    <a:pt x="2335374" y="757109"/>
                  </a:cubicBezTo>
                  <a:cubicBezTo>
                    <a:pt x="2129894" y="859769"/>
                    <a:pt x="1931228" y="976855"/>
                    <a:pt x="1741342" y="1107725"/>
                  </a:cubicBezTo>
                  <a:cubicBezTo>
                    <a:pt x="1694035" y="1140571"/>
                    <a:pt x="1646858" y="1173933"/>
                    <a:pt x="1600861" y="1208710"/>
                  </a:cubicBezTo>
                  <a:cubicBezTo>
                    <a:pt x="1577535" y="1225713"/>
                    <a:pt x="1554732" y="1243361"/>
                    <a:pt x="1531799" y="1260879"/>
                  </a:cubicBezTo>
                  <a:cubicBezTo>
                    <a:pt x="1508735" y="1278267"/>
                    <a:pt x="1486064" y="1296171"/>
                    <a:pt x="1463655" y="1314333"/>
                  </a:cubicBezTo>
                  <a:cubicBezTo>
                    <a:pt x="1373627" y="1386853"/>
                    <a:pt x="1285564" y="1462077"/>
                    <a:pt x="1200777" y="1541166"/>
                  </a:cubicBezTo>
                  <a:cubicBezTo>
                    <a:pt x="1030810" y="1698827"/>
                    <a:pt x="873161" y="1870785"/>
                    <a:pt x="731501" y="2055754"/>
                  </a:cubicBezTo>
                  <a:cubicBezTo>
                    <a:pt x="660734" y="2148239"/>
                    <a:pt x="593771" y="2243944"/>
                    <a:pt x="531393" y="2342739"/>
                  </a:cubicBezTo>
                  <a:cubicBezTo>
                    <a:pt x="470063" y="2442050"/>
                    <a:pt x="412140" y="2543810"/>
                    <a:pt x="361033" y="2649046"/>
                  </a:cubicBezTo>
                  <a:cubicBezTo>
                    <a:pt x="347798" y="2675194"/>
                    <a:pt x="335479" y="2701728"/>
                    <a:pt x="323292" y="2728263"/>
                  </a:cubicBezTo>
                  <a:lnTo>
                    <a:pt x="304945" y="2768193"/>
                  </a:lnTo>
                  <a:lnTo>
                    <a:pt x="287516" y="2808510"/>
                  </a:lnTo>
                  <a:cubicBezTo>
                    <a:pt x="276115" y="2835432"/>
                    <a:pt x="264583" y="2862352"/>
                    <a:pt x="254230" y="2889788"/>
                  </a:cubicBezTo>
                  <a:cubicBezTo>
                    <a:pt x="243877" y="2917224"/>
                    <a:pt x="232477" y="2944274"/>
                    <a:pt x="223042" y="2971968"/>
                  </a:cubicBezTo>
                  <a:cubicBezTo>
                    <a:pt x="182679" y="3081970"/>
                    <a:pt x="148475" y="3194291"/>
                    <a:pt x="121611" y="3308544"/>
                  </a:cubicBezTo>
                  <a:cubicBezTo>
                    <a:pt x="67096" y="3536534"/>
                    <a:pt x="39183" y="3771224"/>
                    <a:pt x="39314" y="4005912"/>
                  </a:cubicBezTo>
                  <a:cubicBezTo>
                    <a:pt x="39969" y="4122871"/>
                    <a:pt x="51109" y="4239571"/>
                    <a:pt x="73910" y="4354081"/>
                  </a:cubicBezTo>
                  <a:cubicBezTo>
                    <a:pt x="97892" y="4468334"/>
                    <a:pt x="132619" y="4580140"/>
                    <a:pt x="179534" y="4687050"/>
                  </a:cubicBezTo>
                  <a:cubicBezTo>
                    <a:pt x="190673" y="4713972"/>
                    <a:pt x="203647" y="4740249"/>
                    <a:pt x="215964" y="4766654"/>
                  </a:cubicBezTo>
                  <a:cubicBezTo>
                    <a:pt x="229332" y="4792674"/>
                    <a:pt x="242043" y="4818950"/>
                    <a:pt x="256457" y="4844455"/>
                  </a:cubicBezTo>
                  <a:cubicBezTo>
                    <a:pt x="283978" y="4895978"/>
                    <a:pt x="314642" y="4945956"/>
                    <a:pt x="346225" y="4995290"/>
                  </a:cubicBezTo>
                  <a:cubicBezTo>
                    <a:pt x="377676" y="5044752"/>
                    <a:pt x="411355" y="5092926"/>
                    <a:pt x="445296" y="5140971"/>
                  </a:cubicBezTo>
                  <a:cubicBezTo>
                    <a:pt x="479760" y="5188630"/>
                    <a:pt x="515537" y="5235645"/>
                    <a:pt x="551443" y="5282531"/>
                  </a:cubicBezTo>
                  <a:cubicBezTo>
                    <a:pt x="623387" y="5376434"/>
                    <a:pt x="698608" y="5468402"/>
                    <a:pt x="772387" y="5562561"/>
                  </a:cubicBezTo>
                  <a:cubicBezTo>
                    <a:pt x="809472" y="5609448"/>
                    <a:pt x="846428" y="5656719"/>
                    <a:pt x="882858" y="5704507"/>
                  </a:cubicBezTo>
                  <a:cubicBezTo>
                    <a:pt x="919159" y="5751909"/>
                    <a:pt x="955196" y="5802273"/>
                    <a:pt x="990316" y="5848258"/>
                  </a:cubicBezTo>
                  <a:cubicBezTo>
                    <a:pt x="1025175" y="5895402"/>
                    <a:pt x="1061736" y="5941129"/>
                    <a:pt x="1097774" y="5987114"/>
                  </a:cubicBezTo>
                  <a:cubicBezTo>
                    <a:pt x="1134860" y="6032326"/>
                    <a:pt x="1171684" y="6077536"/>
                    <a:pt x="1210080" y="6121203"/>
                  </a:cubicBezTo>
                  <a:cubicBezTo>
                    <a:pt x="1286350" y="6209051"/>
                    <a:pt x="1365632" y="6293677"/>
                    <a:pt x="1448192" y="6374054"/>
                  </a:cubicBezTo>
                  <a:cubicBezTo>
                    <a:pt x="1613572" y="6534420"/>
                    <a:pt x="1792057" y="6677526"/>
                    <a:pt x="1982991" y="6796158"/>
                  </a:cubicBezTo>
                  <a:lnTo>
                    <a:pt x="2118475" y="6874714"/>
                  </a:lnTo>
                  <a:lnTo>
                    <a:pt x="1569874" y="6874714"/>
                  </a:lnTo>
                  <a:lnTo>
                    <a:pt x="1507802" y="6817815"/>
                  </a:lnTo>
                  <a:cubicBezTo>
                    <a:pt x="1418412" y="6730595"/>
                    <a:pt x="1334903" y="6638562"/>
                    <a:pt x="1256865" y="6543437"/>
                  </a:cubicBezTo>
                  <a:cubicBezTo>
                    <a:pt x="1179155" y="6447861"/>
                    <a:pt x="1106817" y="6349194"/>
                    <a:pt x="1038410" y="6248722"/>
                  </a:cubicBezTo>
                  <a:cubicBezTo>
                    <a:pt x="969873" y="6148253"/>
                    <a:pt x="905922" y="6045592"/>
                    <a:pt x="845380" y="5941386"/>
                  </a:cubicBezTo>
                  <a:cubicBezTo>
                    <a:pt x="814453" y="5888704"/>
                    <a:pt x="786147" y="5839370"/>
                    <a:pt x="755351" y="5788877"/>
                  </a:cubicBezTo>
                  <a:cubicBezTo>
                    <a:pt x="724817" y="5738771"/>
                    <a:pt x="693760" y="5688665"/>
                    <a:pt x="661784" y="5638944"/>
                  </a:cubicBezTo>
                  <a:lnTo>
                    <a:pt x="466525" y="5340366"/>
                  </a:lnTo>
                  <a:cubicBezTo>
                    <a:pt x="434156" y="5290131"/>
                    <a:pt x="402181" y="5239639"/>
                    <a:pt x="370992" y="5188502"/>
                  </a:cubicBezTo>
                  <a:cubicBezTo>
                    <a:pt x="339803" y="5137364"/>
                    <a:pt x="308876" y="5086099"/>
                    <a:pt x="280046" y="5033287"/>
                  </a:cubicBezTo>
                  <a:cubicBezTo>
                    <a:pt x="222255" y="4928179"/>
                    <a:pt x="169181" y="4819982"/>
                    <a:pt x="126853" y="4707660"/>
                  </a:cubicBezTo>
                  <a:cubicBezTo>
                    <a:pt x="83739" y="4595725"/>
                    <a:pt x="51764" y="4479670"/>
                    <a:pt x="30272" y="4362068"/>
                  </a:cubicBezTo>
                  <a:cubicBezTo>
                    <a:pt x="9698" y="4244466"/>
                    <a:pt x="0" y="4125060"/>
                    <a:pt x="0" y="4005912"/>
                  </a:cubicBezTo>
                  <a:cubicBezTo>
                    <a:pt x="1704" y="3530867"/>
                    <a:pt x="95140" y="3057110"/>
                    <a:pt x="270480" y="2610532"/>
                  </a:cubicBezTo>
                  <a:cubicBezTo>
                    <a:pt x="314511" y="2498984"/>
                    <a:pt x="362212" y="2388466"/>
                    <a:pt x="415942" y="2280526"/>
                  </a:cubicBezTo>
                  <a:cubicBezTo>
                    <a:pt x="468884" y="2172197"/>
                    <a:pt x="527199" y="2066188"/>
                    <a:pt x="590102" y="1962626"/>
                  </a:cubicBezTo>
                  <a:cubicBezTo>
                    <a:pt x="716037" y="1755631"/>
                    <a:pt x="859794" y="1557653"/>
                    <a:pt x="1020719" y="1373070"/>
                  </a:cubicBezTo>
                  <a:cubicBezTo>
                    <a:pt x="1101575" y="1281101"/>
                    <a:pt x="1185969" y="1191838"/>
                    <a:pt x="1275080" y="1107081"/>
                  </a:cubicBezTo>
                  <a:cubicBezTo>
                    <a:pt x="1297227" y="1085699"/>
                    <a:pt x="1319504" y="1064575"/>
                    <a:pt x="1342437" y="1043965"/>
                  </a:cubicBezTo>
                  <a:cubicBezTo>
                    <a:pt x="1365240" y="1023226"/>
                    <a:pt x="1387648" y="1002102"/>
                    <a:pt x="1411106" y="982138"/>
                  </a:cubicBezTo>
                  <a:cubicBezTo>
                    <a:pt x="1457497" y="941563"/>
                    <a:pt x="1505065" y="902276"/>
                    <a:pt x="1553029" y="863376"/>
                  </a:cubicBezTo>
                  <a:cubicBezTo>
                    <a:pt x="1745798" y="708806"/>
                    <a:pt x="1954030" y="571882"/>
                    <a:pt x="2173401" y="454409"/>
                  </a:cubicBezTo>
                  <a:cubicBezTo>
                    <a:pt x="2612013" y="219334"/>
                    <a:pt x="3099505" y="65666"/>
                    <a:pt x="3599708" y="16332"/>
                  </a:cubicBezTo>
                  <a:cubicBezTo>
                    <a:pt x="3724530" y="3966"/>
                    <a:pt x="3850400" y="-1283"/>
                    <a:pt x="3975975" y="26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61023DD2-2E6F-4419-B404-80F08460B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65276" y="313387"/>
              <a:ext cx="6326724" cy="6561326"/>
            </a:xfrm>
            <a:custGeom>
              <a:avLst/>
              <a:gdLst>
                <a:gd name="connsiteX0" fmla="*/ 6326724 w 6326724"/>
                <a:gd name="connsiteY0" fmla="*/ 5020808 h 6561326"/>
                <a:gd name="connsiteX1" fmla="*/ 6326724 w 6326724"/>
                <a:gd name="connsiteY1" fmla="*/ 5698632 h 6561326"/>
                <a:gd name="connsiteX2" fmla="*/ 6067438 w 6326724"/>
                <a:gd name="connsiteY2" fmla="*/ 5902509 h 6561326"/>
                <a:gd name="connsiteX3" fmla="*/ 5799974 w 6326724"/>
                <a:gd name="connsiteY3" fmla="*/ 6102017 h 6561326"/>
                <a:gd name="connsiteX4" fmla="*/ 5665258 w 6326724"/>
                <a:gd name="connsiteY4" fmla="*/ 6202100 h 6561326"/>
                <a:gd name="connsiteX5" fmla="*/ 5526873 w 6326724"/>
                <a:gd name="connsiteY5" fmla="*/ 6302828 h 6561326"/>
                <a:gd name="connsiteX6" fmla="*/ 5385080 w 6326724"/>
                <a:gd name="connsiteY6" fmla="*/ 6402268 h 6561326"/>
                <a:gd name="connsiteX7" fmla="*/ 5238833 w 6326724"/>
                <a:gd name="connsiteY7" fmla="*/ 6498875 h 6561326"/>
                <a:gd name="connsiteX8" fmla="*/ 5138040 w 6326724"/>
                <a:gd name="connsiteY8" fmla="*/ 6561326 h 6561326"/>
                <a:gd name="connsiteX9" fmla="*/ 3946072 w 6326724"/>
                <a:gd name="connsiteY9" fmla="*/ 6561326 h 6561326"/>
                <a:gd name="connsiteX10" fmla="*/ 3976009 w 6326724"/>
                <a:gd name="connsiteY10" fmla="*/ 6555242 h 6561326"/>
                <a:gd name="connsiteX11" fmla="*/ 4404855 w 6326724"/>
                <a:gd name="connsiteY11" fmla="*/ 6399048 h 6561326"/>
                <a:gd name="connsiteX12" fmla="*/ 4938868 w 6326724"/>
                <a:gd name="connsiteY12" fmla="*/ 6072132 h 6561326"/>
                <a:gd name="connsiteX13" fmla="*/ 5068342 w 6326724"/>
                <a:gd name="connsiteY13" fmla="*/ 5976042 h 6561326"/>
                <a:gd name="connsiteX14" fmla="*/ 5197816 w 6326724"/>
                <a:gd name="connsiteY14" fmla="*/ 5876730 h 6561326"/>
                <a:gd name="connsiteX15" fmla="*/ 5460039 w 6326724"/>
                <a:gd name="connsiteY15" fmla="*/ 5670637 h 6561326"/>
                <a:gd name="connsiteX16" fmla="*/ 5999033 w 6326724"/>
                <a:gd name="connsiteY16" fmla="*/ 5271718 h 6561326"/>
                <a:gd name="connsiteX17" fmla="*/ 6258766 w 6326724"/>
                <a:gd name="connsiteY17" fmla="*/ 5077603 h 6561326"/>
                <a:gd name="connsiteX18" fmla="*/ 4139342 w 6326724"/>
                <a:gd name="connsiteY18" fmla="*/ 440 h 6561326"/>
                <a:gd name="connsiteX19" fmla="*/ 4315744 w 6326724"/>
                <a:gd name="connsiteY19" fmla="*/ 6808 h 6561326"/>
                <a:gd name="connsiteX20" fmla="*/ 5015400 w 6326724"/>
                <a:gd name="connsiteY20" fmla="*/ 113591 h 6561326"/>
                <a:gd name="connsiteX21" fmla="*/ 5681114 w 6326724"/>
                <a:gd name="connsiteY21" fmla="*/ 361418 h 6561326"/>
                <a:gd name="connsiteX22" fmla="*/ 6270952 w 6326724"/>
                <a:gd name="connsiteY22" fmla="*/ 755441 h 6561326"/>
                <a:gd name="connsiteX23" fmla="*/ 6326724 w 6326724"/>
                <a:gd name="connsiteY23" fmla="*/ 807432 h 6561326"/>
                <a:gd name="connsiteX24" fmla="*/ 6326724 w 6326724"/>
                <a:gd name="connsiteY24" fmla="*/ 1231565 h 6561326"/>
                <a:gd name="connsiteX25" fmla="*/ 6302093 w 6326724"/>
                <a:gd name="connsiteY25" fmla="*/ 1203002 h 6561326"/>
                <a:gd name="connsiteX26" fmla="*/ 6066914 w 6326724"/>
                <a:gd name="connsiteY26" fmla="*/ 989616 h 6561326"/>
                <a:gd name="connsiteX27" fmla="*/ 5533688 w 6326724"/>
                <a:gd name="connsiteY27" fmla="*/ 647242 h 6561326"/>
                <a:gd name="connsiteX28" fmla="*/ 4933626 w 6326724"/>
                <a:gd name="connsiteY28" fmla="*/ 432262 h 6561326"/>
                <a:gd name="connsiteX29" fmla="*/ 4296873 w 6326724"/>
                <a:gd name="connsiteY29" fmla="*/ 343126 h 6561326"/>
                <a:gd name="connsiteX30" fmla="*/ 3651602 w 6326724"/>
                <a:gd name="connsiteY30" fmla="*/ 365797 h 6561326"/>
                <a:gd name="connsiteX31" fmla="*/ 3018256 w 6326724"/>
                <a:gd name="connsiteY31" fmla="*/ 496666 h 6561326"/>
                <a:gd name="connsiteX32" fmla="*/ 2412429 w 6326724"/>
                <a:gd name="connsiteY32" fmla="*/ 724399 h 6561326"/>
                <a:gd name="connsiteX33" fmla="*/ 1329857 w 6326724"/>
                <a:gd name="connsiteY33" fmla="*/ 1424086 h 6561326"/>
                <a:gd name="connsiteX34" fmla="*/ 887314 w 6326724"/>
                <a:gd name="connsiteY34" fmla="*/ 1891015 h 6561326"/>
                <a:gd name="connsiteX35" fmla="*/ 537420 w 6326724"/>
                <a:gd name="connsiteY35" fmla="*/ 2427245 h 6561326"/>
                <a:gd name="connsiteX36" fmla="*/ 299965 w 6326724"/>
                <a:gd name="connsiteY36" fmla="*/ 3020021 h 6561326"/>
                <a:gd name="connsiteX37" fmla="*/ 213606 w 6326724"/>
                <a:gd name="connsiteY37" fmla="*/ 3651953 h 6561326"/>
                <a:gd name="connsiteX38" fmla="*/ 250036 w 6326724"/>
                <a:gd name="connsiteY38" fmla="*/ 3961352 h 6561326"/>
                <a:gd name="connsiteX39" fmla="*/ 357625 w 6326724"/>
                <a:gd name="connsiteY39" fmla="*/ 4250783 h 6561326"/>
                <a:gd name="connsiteX40" fmla="*/ 432715 w 6326724"/>
                <a:gd name="connsiteY40" fmla="*/ 4387063 h 6561326"/>
                <a:gd name="connsiteX41" fmla="*/ 518943 w 6326724"/>
                <a:gd name="connsiteY41" fmla="*/ 4518962 h 6561326"/>
                <a:gd name="connsiteX42" fmla="*/ 718133 w 6326724"/>
                <a:gd name="connsiteY42" fmla="*/ 4773874 h 6561326"/>
                <a:gd name="connsiteX43" fmla="*/ 933704 w 6326724"/>
                <a:gd name="connsiteY43" fmla="*/ 5030717 h 6561326"/>
                <a:gd name="connsiteX44" fmla="*/ 1040900 w 6326724"/>
                <a:gd name="connsiteY44" fmla="*/ 5164806 h 6561326"/>
                <a:gd name="connsiteX45" fmla="*/ 1092401 w 6326724"/>
                <a:gd name="connsiteY45" fmla="*/ 5230628 h 6561326"/>
                <a:gd name="connsiteX46" fmla="*/ 1142854 w 6326724"/>
                <a:gd name="connsiteY46" fmla="*/ 5293615 h 6561326"/>
                <a:gd name="connsiteX47" fmla="*/ 1576354 w 6326724"/>
                <a:gd name="connsiteY47" fmla="*/ 5759128 h 6561326"/>
                <a:gd name="connsiteX48" fmla="*/ 1806865 w 6326724"/>
                <a:gd name="connsiteY48" fmla="*/ 5968571 h 6561326"/>
                <a:gd name="connsiteX49" fmla="*/ 2048253 w 6326724"/>
                <a:gd name="connsiteY49" fmla="*/ 6161654 h 6561326"/>
                <a:gd name="connsiteX50" fmla="*/ 2587506 w 6326724"/>
                <a:gd name="connsiteY50" fmla="*/ 6467059 h 6561326"/>
                <a:gd name="connsiteX51" fmla="*/ 2889176 w 6326724"/>
                <a:gd name="connsiteY51" fmla="*/ 6553360 h 6561326"/>
                <a:gd name="connsiteX52" fmla="*/ 2929698 w 6326724"/>
                <a:gd name="connsiteY52" fmla="*/ 6561326 h 6561326"/>
                <a:gd name="connsiteX53" fmla="*/ 1816374 w 6326724"/>
                <a:gd name="connsiteY53" fmla="*/ 6561326 h 6561326"/>
                <a:gd name="connsiteX54" fmla="*/ 1787601 w 6326724"/>
                <a:gd name="connsiteY54" fmla="*/ 6545761 h 6561326"/>
                <a:gd name="connsiteX55" fmla="*/ 1225544 w 6326724"/>
                <a:gd name="connsiteY55" fmla="*/ 6094158 h 6561326"/>
                <a:gd name="connsiteX56" fmla="*/ 997654 w 6326724"/>
                <a:gd name="connsiteY56" fmla="*/ 5822374 h 6561326"/>
                <a:gd name="connsiteX57" fmla="*/ 798596 w 6326724"/>
                <a:gd name="connsiteY57" fmla="*/ 5534615 h 6561326"/>
                <a:gd name="connsiteX58" fmla="*/ 752075 w 6326724"/>
                <a:gd name="connsiteY58" fmla="*/ 5461324 h 6561326"/>
                <a:gd name="connsiteX59" fmla="*/ 707650 w 6326724"/>
                <a:gd name="connsiteY59" fmla="*/ 5390221 h 6561326"/>
                <a:gd name="connsiteX60" fmla="*/ 619980 w 6326724"/>
                <a:gd name="connsiteY60" fmla="*/ 5252396 h 6561326"/>
                <a:gd name="connsiteX61" fmla="*/ 438349 w 6326724"/>
                <a:gd name="connsiteY61" fmla="*/ 4970822 h 6561326"/>
                <a:gd name="connsiteX62" fmla="*/ 261044 w 6326724"/>
                <a:gd name="connsiteY62" fmla="*/ 4673145 h 6561326"/>
                <a:gd name="connsiteX63" fmla="*/ 181107 w 6326724"/>
                <a:gd name="connsiteY63" fmla="*/ 4515356 h 6561326"/>
                <a:gd name="connsiteX64" fmla="*/ 113224 w 6326724"/>
                <a:gd name="connsiteY64" fmla="*/ 4350223 h 6561326"/>
                <a:gd name="connsiteX65" fmla="*/ 61199 w 6326724"/>
                <a:gd name="connsiteY65" fmla="*/ 4178908 h 6561326"/>
                <a:gd name="connsiteX66" fmla="*/ 41804 w 6326724"/>
                <a:gd name="connsiteY66" fmla="*/ 4091577 h 6561326"/>
                <a:gd name="connsiteX67" fmla="*/ 33287 w 6326724"/>
                <a:gd name="connsiteY67" fmla="*/ 4047781 h 6561326"/>
                <a:gd name="connsiteX68" fmla="*/ 26209 w 6326724"/>
                <a:gd name="connsiteY68" fmla="*/ 4003858 h 6561326"/>
                <a:gd name="connsiteX69" fmla="*/ 0 w 6326724"/>
                <a:gd name="connsiteY69" fmla="*/ 3651953 h 6561326"/>
                <a:gd name="connsiteX70" fmla="*/ 72731 w 6326724"/>
                <a:gd name="connsiteY70" fmla="*/ 2966307 h 6561326"/>
                <a:gd name="connsiteX71" fmla="*/ 291316 w 6326724"/>
                <a:gd name="connsiteY71" fmla="*/ 2309385 h 6561326"/>
                <a:gd name="connsiteX72" fmla="*/ 1110878 w 6326724"/>
                <a:gd name="connsiteY72" fmla="*/ 1193776 h 6561326"/>
                <a:gd name="connsiteX73" fmla="*/ 1654327 w 6326724"/>
                <a:gd name="connsiteY73" fmla="*/ 756730 h 6561326"/>
                <a:gd name="connsiteX74" fmla="*/ 2261727 w 6326724"/>
                <a:gd name="connsiteY74" fmla="*/ 409720 h 6561326"/>
                <a:gd name="connsiteX75" fmla="*/ 3610060 w 6326724"/>
                <a:gd name="connsiteY75" fmla="*/ 27032 h 6561326"/>
                <a:gd name="connsiteX76" fmla="*/ 4139342 w 6326724"/>
                <a:gd name="connsiteY76" fmla="*/ 440 h 6561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6326724" h="6561326">
                  <a:moveTo>
                    <a:pt x="6326724" y="5020808"/>
                  </a:moveTo>
                  <a:lnTo>
                    <a:pt x="6326724" y="5698632"/>
                  </a:lnTo>
                  <a:lnTo>
                    <a:pt x="6067438" y="5902509"/>
                  </a:lnTo>
                  <a:cubicBezTo>
                    <a:pt x="5977868" y="5970407"/>
                    <a:pt x="5888364" y="6036453"/>
                    <a:pt x="5799974" y="6102017"/>
                  </a:cubicBezTo>
                  <a:lnTo>
                    <a:pt x="5665258" y="6202100"/>
                  </a:lnTo>
                  <a:cubicBezTo>
                    <a:pt x="5619654" y="6235719"/>
                    <a:pt x="5573656" y="6269596"/>
                    <a:pt x="5526873" y="6302828"/>
                  </a:cubicBezTo>
                  <a:cubicBezTo>
                    <a:pt x="5480220" y="6336189"/>
                    <a:pt x="5433044" y="6369423"/>
                    <a:pt x="5385080" y="6402268"/>
                  </a:cubicBezTo>
                  <a:cubicBezTo>
                    <a:pt x="5336988" y="6434857"/>
                    <a:pt x="5288500" y="6467187"/>
                    <a:pt x="5238833" y="6498875"/>
                  </a:cubicBezTo>
                  <a:lnTo>
                    <a:pt x="5138040" y="6561326"/>
                  </a:lnTo>
                  <a:lnTo>
                    <a:pt x="3946072" y="6561326"/>
                  </a:lnTo>
                  <a:lnTo>
                    <a:pt x="3976009" y="6555242"/>
                  </a:lnTo>
                  <a:cubicBezTo>
                    <a:pt x="4123712" y="6519227"/>
                    <a:pt x="4266863" y="6466383"/>
                    <a:pt x="4404855" y="6399048"/>
                  </a:cubicBezTo>
                  <a:cubicBezTo>
                    <a:pt x="4589500" y="6310299"/>
                    <a:pt x="4765232" y="6196690"/>
                    <a:pt x="4938868" y="6072132"/>
                  </a:cubicBezTo>
                  <a:cubicBezTo>
                    <a:pt x="4982245" y="6041089"/>
                    <a:pt x="5025359" y="6008630"/>
                    <a:pt x="5068342" y="5976042"/>
                  </a:cubicBezTo>
                  <a:cubicBezTo>
                    <a:pt x="5111588" y="5943453"/>
                    <a:pt x="5154702" y="5910349"/>
                    <a:pt x="5197816" y="5876730"/>
                  </a:cubicBezTo>
                  <a:lnTo>
                    <a:pt x="5460039" y="5670637"/>
                  </a:lnTo>
                  <a:cubicBezTo>
                    <a:pt x="5639966" y="5530365"/>
                    <a:pt x="5821596" y="5399753"/>
                    <a:pt x="5999033" y="5271718"/>
                  </a:cubicBezTo>
                  <a:cubicBezTo>
                    <a:pt x="6087686" y="5207700"/>
                    <a:pt x="6174667" y="5143360"/>
                    <a:pt x="6258766" y="5077603"/>
                  </a:cubicBezTo>
                  <a:close/>
                  <a:moveTo>
                    <a:pt x="4139342" y="440"/>
                  </a:moveTo>
                  <a:cubicBezTo>
                    <a:pt x="4198237" y="1301"/>
                    <a:pt x="4257068" y="3427"/>
                    <a:pt x="4315744" y="6808"/>
                  </a:cubicBezTo>
                  <a:cubicBezTo>
                    <a:pt x="4550841" y="20849"/>
                    <a:pt x="4785806" y="55240"/>
                    <a:pt x="5015400" y="113591"/>
                  </a:cubicBezTo>
                  <a:cubicBezTo>
                    <a:pt x="5244992" y="171812"/>
                    <a:pt x="5469212" y="254249"/>
                    <a:pt x="5681114" y="361418"/>
                  </a:cubicBezTo>
                  <a:cubicBezTo>
                    <a:pt x="5892754" y="468586"/>
                    <a:pt x="6093124" y="599584"/>
                    <a:pt x="6270952" y="755441"/>
                  </a:cubicBezTo>
                  <a:lnTo>
                    <a:pt x="6326724" y="807432"/>
                  </a:lnTo>
                  <a:lnTo>
                    <a:pt x="6326724" y="1231565"/>
                  </a:lnTo>
                  <a:lnTo>
                    <a:pt x="6302093" y="1203002"/>
                  </a:lnTo>
                  <a:cubicBezTo>
                    <a:pt x="6227937" y="1127247"/>
                    <a:pt x="6149211" y="1056081"/>
                    <a:pt x="6066914" y="989616"/>
                  </a:cubicBezTo>
                  <a:cubicBezTo>
                    <a:pt x="5902714" y="856299"/>
                    <a:pt x="5724360" y="740371"/>
                    <a:pt x="5533688" y="647242"/>
                  </a:cubicBezTo>
                  <a:cubicBezTo>
                    <a:pt x="5343146" y="553857"/>
                    <a:pt x="5141466" y="482239"/>
                    <a:pt x="4933626" y="432262"/>
                  </a:cubicBezTo>
                  <a:cubicBezTo>
                    <a:pt x="4725788" y="382156"/>
                    <a:pt x="4512182" y="353303"/>
                    <a:pt x="4296873" y="343126"/>
                  </a:cubicBezTo>
                  <a:cubicBezTo>
                    <a:pt x="4081172" y="332435"/>
                    <a:pt x="3865732" y="339520"/>
                    <a:pt x="3651602" y="365797"/>
                  </a:cubicBezTo>
                  <a:cubicBezTo>
                    <a:pt x="3437604" y="392202"/>
                    <a:pt x="3225572" y="436384"/>
                    <a:pt x="3018256" y="496666"/>
                  </a:cubicBezTo>
                  <a:cubicBezTo>
                    <a:pt x="2810809" y="556691"/>
                    <a:pt x="2608474" y="634362"/>
                    <a:pt x="2412429" y="724399"/>
                  </a:cubicBezTo>
                  <a:cubicBezTo>
                    <a:pt x="2019160" y="902541"/>
                    <a:pt x="1651969" y="1138775"/>
                    <a:pt x="1329857" y="1424086"/>
                  </a:cubicBezTo>
                  <a:cubicBezTo>
                    <a:pt x="1169326" y="1567192"/>
                    <a:pt x="1020588" y="1723307"/>
                    <a:pt x="887314" y="1891015"/>
                  </a:cubicBezTo>
                  <a:cubicBezTo>
                    <a:pt x="753778" y="2058466"/>
                    <a:pt x="635967" y="2238026"/>
                    <a:pt x="537420" y="2427245"/>
                  </a:cubicBezTo>
                  <a:cubicBezTo>
                    <a:pt x="438874" y="2616335"/>
                    <a:pt x="356839" y="2814313"/>
                    <a:pt x="299965" y="3020021"/>
                  </a:cubicBezTo>
                  <a:cubicBezTo>
                    <a:pt x="242961" y="3225212"/>
                    <a:pt x="213474" y="3438518"/>
                    <a:pt x="213606" y="3651953"/>
                  </a:cubicBezTo>
                  <a:cubicBezTo>
                    <a:pt x="214785" y="3756804"/>
                    <a:pt x="225269" y="3860881"/>
                    <a:pt x="250036" y="3961352"/>
                  </a:cubicBezTo>
                  <a:cubicBezTo>
                    <a:pt x="274412" y="4061950"/>
                    <a:pt x="312284" y="4158171"/>
                    <a:pt x="357625" y="4250783"/>
                  </a:cubicBezTo>
                  <a:cubicBezTo>
                    <a:pt x="380558" y="4297025"/>
                    <a:pt x="405982" y="4342366"/>
                    <a:pt x="432715" y="4387063"/>
                  </a:cubicBezTo>
                  <a:cubicBezTo>
                    <a:pt x="459841" y="4431630"/>
                    <a:pt x="488803" y="4475554"/>
                    <a:pt x="518943" y="4518962"/>
                  </a:cubicBezTo>
                  <a:cubicBezTo>
                    <a:pt x="580011" y="4605521"/>
                    <a:pt x="647893" y="4689504"/>
                    <a:pt x="718133" y="4773874"/>
                  </a:cubicBezTo>
                  <a:cubicBezTo>
                    <a:pt x="788374" y="4858372"/>
                    <a:pt x="861760" y="4942871"/>
                    <a:pt x="933704" y="5030717"/>
                  </a:cubicBezTo>
                  <a:cubicBezTo>
                    <a:pt x="969742" y="5074512"/>
                    <a:pt x="1005387" y="5119337"/>
                    <a:pt x="1040900" y="5164806"/>
                  </a:cubicBezTo>
                  <a:lnTo>
                    <a:pt x="1092401" y="5230628"/>
                  </a:lnTo>
                  <a:cubicBezTo>
                    <a:pt x="1109306" y="5251624"/>
                    <a:pt x="1125425" y="5273135"/>
                    <a:pt x="1142854" y="5293615"/>
                  </a:cubicBezTo>
                  <a:cubicBezTo>
                    <a:pt x="1278880" y="5460293"/>
                    <a:pt x="1426438" y="5613704"/>
                    <a:pt x="1576354" y="5759128"/>
                  </a:cubicBezTo>
                  <a:cubicBezTo>
                    <a:pt x="1651706" y="5831519"/>
                    <a:pt x="1728368" y="5901461"/>
                    <a:pt x="1806865" y="5968571"/>
                  </a:cubicBezTo>
                  <a:cubicBezTo>
                    <a:pt x="1885362" y="6035680"/>
                    <a:pt x="1965299" y="6100599"/>
                    <a:pt x="2048253" y="6161654"/>
                  </a:cubicBezTo>
                  <a:cubicBezTo>
                    <a:pt x="2213502" y="6284022"/>
                    <a:pt x="2391724" y="6393380"/>
                    <a:pt x="2587506" y="6467059"/>
                  </a:cubicBezTo>
                  <a:cubicBezTo>
                    <a:pt x="2685137" y="6503898"/>
                    <a:pt x="2786304" y="6532106"/>
                    <a:pt x="2889176" y="6553360"/>
                  </a:cubicBezTo>
                  <a:lnTo>
                    <a:pt x="2929698" y="6561326"/>
                  </a:lnTo>
                  <a:lnTo>
                    <a:pt x="1816374" y="6561326"/>
                  </a:lnTo>
                  <a:lnTo>
                    <a:pt x="1787601" y="6545761"/>
                  </a:lnTo>
                  <a:cubicBezTo>
                    <a:pt x="1577272" y="6422749"/>
                    <a:pt x="1389483" y="6266761"/>
                    <a:pt x="1225544" y="6094158"/>
                  </a:cubicBezTo>
                  <a:cubicBezTo>
                    <a:pt x="1143116" y="6007986"/>
                    <a:pt x="1068158" y="5916274"/>
                    <a:pt x="997654" y="5822374"/>
                  </a:cubicBezTo>
                  <a:cubicBezTo>
                    <a:pt x="927546" y="5728086"/>
                    <a:pt x="860842" y="5632381"/>
                    <a:pt x="798596" y="5534615"/>
                  </a:cubicBezTo>
                  <a:cubicBezTo>
                    <a:pt x="782608" y="5510399"/>
                    <a:pt x="767537" y="5485797"/>
                    <a:pt x="752075" y="5461324"/>
                  </a:cubicBezTo>
                  <a:lnTo>
                    <a:pt x="707650" y="5390221"/>
                  </a:lnTo>
                  <a:cubicBezTo>
                    <a:pt x="679213" y="5344237"/>
                    <a:pt x="649728" y="5298638"/>
                    <a:pt x="619980" y="5252396"/>
                  </a:cubicBezTo>
                  <a:lnTo>
                    <a:pt x="438349" y="4970822"/>
                  </a:lnTo>
                  <a:cubicBezTo>
                    <a:pt x="377413" y="4874860"/>
                    <a:pt x="317263" y="4776064"/>
                    <a:pt x="261044" y="4673145"/>
                  </a:cubicBezTo>
                  <a:cubicBezTo>
                    <a:pt x="233000" y="4621622"/>
                    <a:pt x="205874" y="4569197"/>
                    <a:pt x="181107" y="4515356"/>
                  </a:cubicBezTo>
                  <a:cubicBezTo>
                    <a:pt x="156470" y="4461385"/>
                    <a:pt x="133537" y="4406385"/>
                    <a:pt x="113224" y="4350223"/>
                  </a:cubicBezTo>
                  <a:cubicBezTo>
                    <a:pt x="93305" y="4293934"/>
                    <a:pt x="75614" y="4236872"/>
                    <a:pt x="61199" y="4178908"/>
                  </a:cubicBezTo>
                  <a:cubicBezTo>
                    <a:pt x="54385" y="4149927"/>
                    <a:pt x="47440" y="4120815"/>
                    <a:pt x="41804" y="4091577"/>
                  </a:cubicBezTo>
                  <a:lnTo>
                    <a:pt x="33287" y="4047781"/>
                  </a:lnTo>
                  <a:lnTo>
                    <a:pt x="26209" y="4003858"/>
                  </a:lnTo>
                  <a:cubicBezTo>
                    <a:pt x="7732" y="3886643"/>
                    <a:pt x="0" y="3768783"/>
                    <a:pt x="0" y="3651953"/>
                  </a:cubicBezTo>
                  <a:cubicBezTo>
                    <a:pt x="524" y="3422031"/>
                    <a:pt x="25030" y="3192109"/>
                    <a:pt x="72731" y="2966307"/>
                  </a:cubicBezTo>
                  <a:cubicBezTo>
                    <a:pt x="120301" y="2740634"/>
                    <a:pt x="193163" y="2519343"/>
                    <a:pt x="291316" y="2309385"/>
                  </a:cubicBezTo>
                  <a:cubicBezTo>
                    <a:pt x="488540" y="1889469"/>
                    <a:pt x="774352" y="1513736"/>
                    <a:pt x="1110878" y="1193776"/>
                  </a:cubicBezTo>
                  <a:cubicBezTo>
                    <a:pt x="1279535" y="1033797"/>
                    <a:pt x="1461821" y="887856"/>
                    <a:pt x="1654327" y="756730"/>
                  </a:cubicBezTo>
                  <a:cubicBezTo>
                    <a:pt x="1847096" y="625732"/>
                    <a:pt x="2049956" y="509031"/>
                    <a:pt x="2261727" y="409720"/>
                  </a:cubicBezTo>
                  <a:cubicBezTo>
                    <a:pt x="2685792" y="212515"/>
                    <a:pt x="3142357" y="82162"/>
                    <a:pt x="3610060" y="27032"/>
                  </a:cubicBezTo>
                  <a:cubicBezTo>
                    <a:pt x="3785399" y="6647"/>
                    <a:pt x="3962657" y="-2144"/>
                    <a:pt x="4139342" y="44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BC4A6C98-F96E-4587-B01F-A9B01BBFAD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1866928 h 6521594"/>
                <a:gd name="connsiteX4" fmla="*/ 6212358 w 6321679"/>
                <a:gd name="connsiteY4" fmla="*/ 1689281 h 6521594"/>
                <a:gd name="connsiteX5" fmla="*/ 6049880 w 6321679"/>
                <a:gd name="connsiteY5" fmla="*/ 1477173 h 6521594"/>
                <a:gd name="connsiteX6" fmla="*/ 5248663 w 6321679"/>
                <a:gd name="connsiteY6" fmla="*/ 869327 h 6521594"/>
                <a:gd name="connsiteX7" fmla="*/ 4150102 w 6321679"/>
                <a:gd name="connsiteY7" fmla="*/ 644042 h 6521594"/>
                <a:gd name="connsiteX8" fmla="*/ 2867946 w 6321679"/>
                <a:gd name="connsiteY8" fmla="*/ 886459 h 6521594"/>
                <a:gd name="connsiteX9" fmla="*/ 1728892 w 6321679"/>
                <a:gd name="connsiteY9" fmla="*/ 1552397 h 6521594"/>
                <a:gd name="connsiteX10" fmla="*/ 941043 w 6321679"/>
                <a:gd name="connsiteY10" fmla="*/ 2512664 h 6521594"/>
                <a:gd name="connsiteX11" fmla="*/ 655362 w 6321679"/>
                <a:gd name="connsiteY11" fmla="*/ 3630204 h 6521594"/>
                <a:gd name="connsiteX12" fmla="*/ 1128177 w 6321679"/>
                <a:gd name="connsiteY12" fmla="*/ 4667883 h 6521594"/>
                <a:gd name="connsiteX13" fmla="*/ 1366419 w 6321679"/>
                <a:gd name="connsiteY13" fmla="*/ 4997246 h 6521594"/>
                <a:gd name="connsiteX14" fmla="*/ 3601937 w 6321679"/>
                <a:gd name="connsiteY14" fmla="*/ 6284685 h 6521594"/>
                <a:gd name="connsiteX15" fmla="*/ 5298985 w 6321679"/>
                <a:gd name="connsiteY15" fmla="*/ 5492643 h 6521594"/>
                <a:gd name="connsiteX16" fmla="*/ 5505513 w 6321679"/>
                <a:gd name="connsiteY16" fmla="*/ 5335367 h 6521594"/>
                <a:gd name="connsiteX17" fmla="*/ 6252618 w 6321679"/>
                <a:gd name="connsiteY17" fmla="*/ 4722492 h 6521594"/>
                <a:gd name="connsiteX18" fmla="*/ 6321679 w 6321679"/>
                <a:gd name="connsiteY18" fmla="*/ 4651477 h 6521594"/>
                <a:gd name="connsiteX19" fmla="*/ 6321679 w 6321679"/>
                <a:gd name="connsiteY19" fmla="*/ 5523097 h 6521594"/>
                <a:gd name="connsiteX20" fmla="*/ 6024428 w 6321679"/>
                <a:gd name="connsiteY20" fmla="*/ 5754969 h 6521594"/>
                <a:gd name="connsiteX21" fmla="*/ 5702345 w 6321679"/>
                <a:gd name="connsiteY21" fmla="*/ 6000018 h 6521594"/>
                <a:gd name="connsiteX22" fmla="*/ 4988380 w 6321679"/>
                <a:gd name="connsiteY22" fmla="*/ 6506549 h 6521594"/>
                <a:gd name="connsiteX23" fmla="*/ 4961490 w 6321679"/>
                <a:gd name="connsiteY23" fmla="*/ 6521594 h 6521594"/>
                <a:gd name="connsiteX24" fmla="*/ 2011326 w 6321679"/>
                <a:gd name="connsiteY24" fmla="*/ 6521594 h 6521594"/>
                <a:gd name="connsiteX25" fmla="*/ 1982893 w 6321679"/>
                <a:gd name="connsiteY25" fmla="*/ 6505768 h 6521594"/>
                <a:gd name="connsiteX26" fmla="*/ 824149 w 6321679"/>
                <a:gd name="connsiteY26" fmla="*/ 5358682 h 6521594"/>
                <a:gd name="connsiteX27" fmla="*/ 0 w 6321679"/>
                <a:gd name="connsiteY27" fmla="*/ 3630075 h 6521594"/>
                <a:gd name="connsiteX28" fmla="*/ 4150102 w 6321679"/>
                <a:gd name="connsiteY28"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321679" h="6521594">
                  <a:moveTo>
                    <a:pt x="4150102" y="0"/>
                  </a:moveTo>
                  <a:cubicBezTo>
                    <a:pt x="4918148" y="0"/>
                    <a:pt x="5569597" y="228540"/>
                    <a:pt x="6083891" y="619943"/>
                  </a:cubicBezTo>
                  <a:lnTo>
                    <a:pt x="6321679" y="822247"/>
                  </a:lnTo>
                  <a:lnTo>
                    <a:pt x="6321679" y="1866928"/>
                  </a:lnTo>
                  <a:lnTo>
                    <a:pt x="6212358" y="1689281"/>
                  </a:lnTo>
                  <a:cubicBezTo>
                    <a:pt x="6161484" y="1615222"/>
                    <a:pt x="6107295" y="1544427"/>
                    <a:pt x="6049880" y="1477173"/>
                  </a:cubicBezTo>
                  <a:cubicBezTo>
                    <a:pt x="5825135" y="1214018"/>
                    <a:pt x="5555573" y="1009470"/>
                    <a:pt x="5248663" y="869327"/>
                  </a:cubicBezTo>
                  <a:cubicBezTo>
                    <a:pt x="4921178" y="719909"/>
                    <a:pt x="4551627" y="644042"/>
                    <a:pt x="4150102" y="644042"/>
                  </a:cubicBezTo>
                  <a:cubicBezTo>
                    <a:pt x="3724203" y="644042"/>
                    <a:pt x="3292799" y="725448"/>
                    <a:pt x="2867946" y="886459"/>
                  </a:cubicBezTo>
                  <a:cubicBezTo>
                    <a:pt x="2454234" y="1042832"/>
                    <a:pt x="2060440" y="1273141"/>
                    <a:pt x="1728892" y="1552397"/>
                  </a:cubicBezTo>
                  <a:cubicBezTo>
                    <a:pt x="1391580" y="1836419"/>
                    <a:pt x="1126473" y="2159600"/>
                    <a:pt x="941043" y="2512664"/>
                  </a:cubicBezTo>
                  <a:cubicBezTo>
                    <a:pt x="751551" y="2873583"/>
                    <a:pt x="655362" y="3249575"/>
                    <a:pt x="655362" y="3630204"/>
                  </a:cubicBezTo>
                  <a:cubicBezTo>
                    <a:pt x="655362" y="4013537"/>
                    <a:pt x="808817" y="4237405"/>
                    <a:pt x="1128177" y="4667883"/>
                  </a:cubicBezTo>
                  <a:cubicBezTo>
                    <a:pt x="1205232" y="4771702"/>
                    <a:pt x="1284908" y="4879129"/>
                    <a:pt x="1366419" y="4997246"/>
                  </a:cubicBezTo>
                  <a:cubicBezTo>
                    <a:pt x="1989282" y="5899677"/>
                    <a:pt x="2657880" y="6284685"/>
                    <a:pt x="3601937" y="6284685"/>
                  </a:cubicBezTo>
                  <a:cubicBezTo>
                    <a:pt x="4221523" y="6284685"/>
                    <a:pt x="4676122" y="5971036"/>
                    <a:pt x="5298985" y="5492643"/>
                  </a:cubicBezTo>
                  <a:cubicBezTo>
                    <a:pt x="5368571" y="5439187"/>
                    <a:pt x="5438156" y="5386375"/>
                    <a:pt x="5505513" y="5335367"/>
                  </a:cubicBezTo>
                  <a:cubicBezTo>
                    <a:pt x="5779335" y="5127761"/>
                    <a:pt x="6041730" y="4928776"/>
                    <a:pt x="6252618" y="4722492"/>
                  </a:cubicBezTo>
                  <a:lnTo>
                    <a:pt x="6321679" y="4651477"/>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A66409EC-9CC3-482A-A4A5-54ED092B3F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2150195 h 6521594"/>
                <a:gd name="connsiteX4" fmla="*/ 6241288 w 6321679"/>
                <a:gd name="connsiteY4" fmla="*/ 1985338 h 6521594"/>
                <a:gd name="connsiteX5" fmla="*/ 5949367 w 6321679"/>
                <a:gd name="connsiteY5" fmla="*/ 1559997 h 6521594"/>
                <a:gd name="connsiteX6" fmla="*/ 5193362 w 6321679"/>
                <a:gd name="connsiteY6" fmla="*/ 986156 h 6521594"/>
                <a:gd name="connsiteX7" fmla="*/ 4150102 w 6321679"/>
                <a:gd name="connsiteY7" fmla="*/ 772850 h 6521594"/>
                <a:gd name="connsiteX8" fmla="*/ 2914861 w 6321679"/>
                <a:gd name="connsiteY8" fmla="*/ 1006637 h 6521594"/>
                <a:gd name="connsiteX9" fmla="*/ 1814073 w 6321679"/>
                <a:gd name="connsiteY9" fmla="*/ 1650163 h 6521594"/>
                <a:gd name="connsiteX10" fmla="*/ 1057412 w 6321679"/>
                <a:gd name="connsiteY10" fmla="*/ 2571657 h 6521594"/>
                <a:gd name="connsiteX11" fmla="*/ 786277 w 6321679"/>
                <a:gd name="connsiteY11" fmla="*/ 3630204 h 6521594"/>
                <a:gd name="connsiteX12" fmla="*/ 1233931 w 6321679"/>
                <a:gd name="connsiteY12" fmla="*/ 4592016 h 6521594"/>
                <a:gd name="connsiteX13" fmla="*/ 1474795 w 6321679"/>
                <a:gd name="connsiteY13" fmla="*/ 4924985 h 6521594"/>
                <a:gd name="connsiteX14" fmla="*/ 2393691 w 6321679"/>
                <a:gd name="connsiteY14" fmla="*/ 5846995 h 6521594"/>
                <a:gd name="connsiteX15" fmla="*/ 3601805 w 6321679"/>
                <a:gd name="connsiteY15" fmla="*/ 6155876 h 6521594"/>
                <a:gd name="connsiteX16" fmla="*/ 4378909 w 6321679"/>
                <a:gd name="connsiteY16" fmla="*/ 5959186 h 6521594"/>
                <a:gd name="connsiteX17" fmla="*/ 5218129 w 6321679"/>
                <a:gd name="connsiteY17" fmla="*/ 5391271 h 6521594"/>
                <a:gd name="connsiteX18" fmla="*/ 5425313 w 6321679"/>
                <a:gd name="connsiteY18" fmla="*/ 5233481 h 6521594"/>
                <a:gd name="connsiteX19" fmla="*/ 6254366 w 6321679"/>
                <a:gd name="connsiteY19" fmla="*/ 4534301 h 6521594"/>
                <a:gd name="connsiteX20" fmla="*/ 6321679 w 6321679"/>
                <a:gd name="connsiteY20" fmla="*/ 4456641 h 6521594"/>
                <a:gd name="connsiteX21" fmla="*/ 6321679 w 6321679"/>
                <a:gd name="connsiteY21" fmla="*/ 5523097 h 6521594"/>
                <a:gd name="connsiteX22" fmla="*/ 6024428 w 6321679"/>
                <a:gd name="connsiteY22" fmla="*/ 5754969 h 6521594"/>
                <a:gd name="connsiteX23" fmla="*/ 5702345 w 6321679"/>
                <a:gd name="connsiteY23" fmla="*/ 6000018 h 6521594"/>
                <a:gd name="connsiteX24" fmla="*/ 4988380 w 6321679"/>
                <a:gd name="connsiteY24" fmla="*/ 6506549 h 6521594"/>
                <a:gd name="connsiteX25" fmla="*/ 4961490 w 6321679"/>
                <a:gd name="connsiteY25" fmla="*/ 6521594 h 6521594"/>
                <a:gd name="connsiteX26" fmla="*/ 2011326 w 6321679"/>
                <a:gd name="connsiteY26" fmla="*/ 6521594 h 6521594"/>
                <a:gd name="connsiteX27" fmla="*/ 1982893 w 6321679"/>
                <a:gd name="connsiteY27" fmla="*/ 6505768 h 6521594"/>
                <a:gd name="connsiteX28" fmla="*/ 824149 w 6321679"/>
                <a:gd name="connsiteY28" fmla="*/ 5358682 h 6521594"/>
                <a:gd name="connsiteX29" fmla="*/ 0 w 6321679"/>
                <a:gd name="connsiteY29" fmla="*/ 3630075 h 6521594"/>
                <a:gd name="connsiteX30" fmla="*/ 4150102 w 6321679"/>
                <a:gd name="connsiteY30"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321679" h="6521594">
                  <a:moveTo>
                    <a:pt x="4150102" y="0"/>
                  </a:moveTo>
                  <a:cubicBezTo>
                    <a:pt x="4918148" y="0"/>
                    <a:pt x="5569597" y="228540"/>
                    <a:pt x="6083891" y="619943"/>
                  </a:cubicBezTo>
                  <a:lnTo>
                    <a:pt x="6321679" y="822247"/>
                  </a:lnTo>
                  <a:lnTo>
                    <a:pt x="6321679" y="2150195"/>
                  </a:lnTo>
                  <a:lnTo>
                    <a:pt x="6241288" y="1985338"/>
                  </a:lnTo>
                  <a:cubicBezTo>
                    <a:pt x="6156788" y="1831195"/>
                    <a:pt x="6059249" y="1688709"/>
                    <a:pt x="5949367" y="1559997"/>
                  </a:cubicBezTo>
                  <a:cubicBezTo>
                    <a:pt x="5737073" y="1311397"/>
                    <a:pt x="5482843" y="1118314"/>
                    <a:pt x="5193362" y="986156"/>
                  </a:cubicBezTo>
                  <a:cubicBezTo>
                    <a:pt x="4883437" y="844596"/>
                    <a:pt x="4532365" y="772850"/>
                    <a:pt x="4150102" y="772850"/>
                  </a:cubicBezTo>
                  <a:cubicBezTo>
                    <a:pt x="3746218" y="772850"/>
                    <a:pt x="3319008" y="853613"/>
                    <a:pt x="2914861" y="1006637"/>
                  </a:cubicBezTo>
                  <a:cubicBezTo>
                    <a:pt x="2515039" y="1157857"/>
                    <a:pt x="2134350" y="1380438"/>
                    <a:pt x="1814073" y="1650163"/>
                  </a:cubicBezTo>
                  <a:cubicBezTo>
                    <a:pt x="1494190" y="1919502"/>
                    <a:pt x="1232622" y="2238173"/>
                    <a:pt x="1057412" y="2571657"/>
                  </a:cubicBezTo>
                  <a:cubicBezTo>
                    <a:pt x="877486" y="2914158"/>
                    <a:pt x="786277" y="3270313"/>
                    <a:pt x="786277" y="3630204"/>
                  </a:cubicBezTo>
                  <a:cubicBezTo>
                    <a:pt x="786277" y="3974121"/>
                    <a:pt x="923483" y="4173646"/>
                    <a:pt x="1233931" y="4592016"/>
                  </a:cubicBezTo>
                  <a:cubicBezTo>
                    <a:pt x="1311641" y="4696736"/>
                    <a:pt x="1391972" y="4805064"/>
                    <a:pt x="1474795" y="4924985"/>
                  </a:cubicBezTo>
                  <a:cubicBezTo>
                    <a:pt x="1767682" y="5349278"/>
                    <a:pt x="2068172" y="5650948"/>
                    <a:pt x="2393691" y="5846995"/>
                  </a:cubicBezTo>
                  <a:cubicBezTo>
                    <a:pt x="2738735" y="6054891"/>
                    <a:pt x="3133971" y="6155876"/>
                    <a:pt x="3601805" y="6155876"/>
                  </a:cubicBezTo>
                  <a:cubicBezTo>
                    <a:pt x="3867305" y="6155876"/>
                    <a:pt x="4114196" y="6093405"/>
                    <a:pt x="4378909" y="5959186"/>
                  </a:cubicBezTo>
                  <a:cubicBezTo>
                    <a:pt x="4650699" y="5821362"/>
                    <a:pt x="4919737" y="5620421"/>
                    <a:pt x="5218129" y="5391271"/>
                  </a:cubicBezTo>
                  <a:cubicBezTo>
                    <a:pt x="5288107" y="5337558"/>
                    <a:pt x="5357824" y="5284617"/>
                    <a:pt x="5425313" y="5233481"/>
                  </a:cubicBezTo>
                  <a:cubicBezTo>
                    <a:pt x="5739037" y="4995556"/>
                    <a:pt x="6037512" y="4769168"/>
                    <a:pt x="6254366" y="4534301"/>
                  </a:cubicBezTo>
                  <a:lnTo>
                    <a:pt x="6321679" y="4456641"/>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 name="Picture 4" descr="A screenshot of a computer&#10;&#10;AI-generated content may be incorrect.">
            <a:extLst>
              <a:ext uri="{FF2B5EF4-FFF2-40B4-BE49-F238E27FC236}">
                <a16:creationId xmlns:a16="http://schemas.microsoft.com/office/drawing/2014/main" id="{D98CA960-CB14-1DA8-7280-F7F77BB0A6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08392" y="2886281"/>
            <a:ext cx="4142232" cy="2008982"/>
          </a:xfrm>
          <a:prstGeom prst="rect">
            <a:avLst/>
          </a:prstGeom>
        </p:spPr>
      </p:pic>
    </p:spTree>
    <p:extLst>
      <p:ext uri="{BB962C8B-B14F-4D97-AF65-F5344CB8AC3E}">
        <p14:creationId xmlns:p14="http://schemas.microsoft.com/office/powerpoint/2010/main" val="23703512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B0A3223-E0C3-D9EB-0CA4-3729A2C8D457}"/>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B6FACB3C-9069-4791-BC5C-0DB7CD19B8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1F2038E-D777-4B76-81DD-DD13EE91B9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51CF0BC-C148-C471-A8AC-3F882F6F20D9}"/>
              </a:ext>
            </a:extLst>
          </p:cNvPr>
          <p:cNvSpPr>
            <a:spLocks noGrp="1"/>
          </p:cNvSpPr>
          <p:nvPr>
            <p:ph type="title"/>
          </p:nvPr>
        </p:nvSpPr>
        <p:spPr>
          <a:xfrm>
            <a:off x="804672" y="802955"/>
            <a:ext cx="4766330" cy="1454051"/>
          </a:xfrm>
        </p:spPr>
        <p:txBody>
          <a:bodyPr vert="horz" lIns="91440" tIns="45720" rIns="91440" bIns="45720" rtlCol="0" anchor="ctr">
            <a:normAutofit/>
          </a:bodyPr>
          <a:lstStyle/>
          <a:p>
            <a:r>
              <a:rPr lang="en-US" sz="3600" kern="1200">
                <a:solidFill>
                  <a:schemeClr val="tx2"/>
                </a:solidFill>
                <a:latin typeface="+mj-lt"/>
                <a:ea typeface="+mj-ea"/>
                <a:cs typeface="+mj-cs"/>
              </a:rPr>
              <a:t>Track Page</a:t>
            </a:r>
          </a:p>
        </p:txBody>
      </p:sp>
      <p:sp>
        <p:nvSpPr>
          <p:cNvPr id="4" name="Text Placeholder 3">
            <a:extLst>
              <a:ext uri="{FF2B5EF4-FFF2-40B4-BE49-F238E27FC236}">
                <a16:creationId xmlns:a16="http://schemas.microsoft.com/office/drawing/2014/main" id="{9B96EC75-6AE8-30B7-306C-02D3F52FCE9F}"/>
              </a:ext>
            </a:extLst>
          </p:cNvPr>
          <p:cNvSpPr>
            <a:spLocks noGrp="1"/>
          </p:cNvSpPr>
          <p:nvPr>
            <p:ph type="body" sz="half" idx="2"/>
          </p:nvPr>
        </p:nvSpPr>
        <p:spPr>
          <a:xfrm>
            <a:off x="804672" y="2421683"/>
            <a:ext cx="4765949" cy="3353476"/>
          </a:xfrm>
        </p:spPr>
        <p:txBody>
          <a:bodyPr vert="horz" lIns="91440" tIns="45720" rIns="91440" bIns="45720" rtlCol="0" anchor="t">
            <a:normAutofit/>
          </a:bodyPr>
          <a:lstStyle/>
          <a:p>
            <a:pPr indent="-228600">
              <a:buFont typeface="Arial" panose="020B0604020202020204" pitchFamily="34" charset="0"/>
              <a:buChar char="•"/>
            </a:pPr>
            <a:r>
              <a:rPr lang="en-US" sz="1800" dirty="0">
                <a:solidFill>
                  <a:schemeClr val="tx2"/>
                </a:solidFill>
              </a:rPr>
              <a:t>The Track Page.</a:t>
            </a:r>
          </a:p>
          <a:p>
            <a:pPr indent="-228600">
              <a:buFont typeface="Arial" panose="020B0604020202020204" pitchFamily="34" charset="0"/>
              <a:buChar char="•"/>
            </a:pPr>
            <a:r>
              <a:rPr lang="en-US" sz="1800" dirty="0">
                <a:solidFill>
                  <a:schemeClr val="tx2"/>
                </a:solidFill>
              </a:rPr>
              <a:t>This is the page that provides the lecturer with the details on the status of the claim. Whether it is verified, rejected or still pending. Providing them with transparency and reassurance. </a:t>
            </a:r>
          </a:p>
        </p:txBody>
      </p:sp>
      <p:grpSp>
        <p:nvGrpSpPr>
          <p:cNvPr id="15" name="Group 14">
            <a:extLst>
              <a:ext uri="{FF2B5EF4-FFF2-40B4-BE49-F238E27FC236}">
                <a16:creationId xmlns:a16="http://schemas.microsoft.com/office/drawing/2014/main" id="{DD354807-230F-4402-B1B9-F733A8F1F19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18240" y="-16714"/>
            <a:ext cx="6373761" cy="6874714"/>
            <a:chOff x="5818240" y="-1"/>
            <a:chExt cx="6373761" cy="6874714"/>
          </a:xfrm>
        </p:grpSpPr>
        <p:sp>
          <p:nvSpPr>
            <p:cNvPr id="16" name="Freeform: Shape 15">
              <a:extLst>
                <a:ext uri="{FF2B5EF4-FFF2-40B4-BE49-F238E27FC236}">
                  <a16:creationId xmlns:a16="http://schemas.microsoft.com/office/drawing/2014/main" id="{BF5A6F4A-CE87-4D5C-9382-8167967CE8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18240" y="-1"/>
              <a:ext cx="6373761" cy="6874714"/>
            </a:xfrm>
            <a:custGeom>
              <a:avLst/>
              <a:gdLst>
                <a:gd name="connsiteX0" fmla="*/ 6373761 w 6373761"/>
                <a:gd name="connsiteY0" fmla="*/ 5771297 h 6874714"/>
                <a:gd name="connsiteX1" fmla="*/ 6373761 w 6373761"/>
                <a:gd name="connsiteY1" fmla="*/ 6247960 h 6874714"/>
                <a:gd name="connsiteX2" fmla="*/ 6235932 w 6373761"/>
                <a:gd name="connsiteY2" fmla="*/ 6361930 h 6874714"/>
                <a:gd name="connsiteX3" fmla="*/ 5960375 w 6373761"/>
                <a:gd name="connsiteY3" fmla="*/ 6587489 h 6874714"/>
                <a:gd name="connsiteX4" fmla="*/ 5822907 w 6373761"/>
                <a:gd name="connsiteY4" fmla="*/ 6701871 h 6874714"/>
                <a:gd name="connsiteX5" fmla="*/ 5681115 w 6373761"/>
                <a:gd name="connsiteY5" fmla="*/ 6816896 h 6874714"/>
                <a:gd name="connsiteX6" fmla="*/ 5604096 w 6373761"/>
                <a:gd name="connsiteY6" fmla="*/ 6874714 h 6874714"/>
                <a:gd name="connsiteX7" fmla="*/ 4878485 w 6373761"/>
                <a:gd name="connsiteY7" fmla="*/ 6874714 h 6874714"/>
                <a:gd name="connsiteX8" fmla="*/ 5006014 w 6373761"/>
                <a:gd name="connsiteY8" fmla="*/ 6800200 h 6874714"/>
                <a:gd name="connsiteX9" fmla="*/ 5149855 w 6373761"/>
                <a:gd name="connsiteY9" fmla="*/ 6707667 h 6874714"/>
                <a:gd name="connsiteX10" fmla="*/ 5431866 w 6373761"/>
                <a:gd name="connsiteY10" fmla="*/ 6506210 h 6874714"/>
                <a:gd name="connsiteX11" fmla="*/ 5571036 w 6373761"/>
                <a:gd name="connsiteY11" fmla="*/ 6399557 h 6874714"/>
                <a:gd name="connsiteX12" fmla="*/ 5711649 w 6373761"/>
                <a:gd name="connsiteY12" fmla="*/ 6288912 h 6874714"/>
                <a:gd name="connsiteX13" fmla="*/ 6276589 w 6373761"/>
                <a:gd name="connsiteY13" fmla="*/ 5852379 h 6874714"/>
                <a:gd name="connsiteX14" fmla="*/ 3975975 w 6373761"/>
                <a:gd name="connsiteY14" fmla="*/ 263 h 6874714"/>
                <a:gd name="connsiteX15" fmla="*/ 4350473 w 6373761"/>
                <a:gd name="connsiteY15" fmla="*/ 24963 h 6874714"/>
                <a:gd name="connsiteX16" fmla="*/ 5077909 w 6373761"/>
                <a:gd name="connsiteY16" fmla="*/ 189450 h 6874714"/>
                <a:gd name="connsiteX17" fmla="*/ 5746507 w 6373761"/>
                <a:gd name="connsiteY17" fmla="*/ 505804 h 6874714"/>
                <a:gd name="connsiteX18" fmla="*/ 6322456 w 6373761"/>
                <a:gd name="connsiteY18" fmla="*/ 956633 h 6874714"/>
                <a:gd name="connsiteX19" fmla="*/ 6373761 w 6373761"/>
                <a:gd name="connsiteY19" fmla="*/ 1011863 h 6874714"/>
                <a:gd name="connsiteX20" fmla="*/ 6373761 w 6373761"/>
                <a:gd name="connsiteY20" fmla="*/ 1185075 h 6874714"/>
                <a:gd name="connsiteX21" fmla="*/ 6359489 w 6373761"/>
                <a:gd name="connsiteY21" fmla="*/ 1169497 h 6874714"/>
                <a:gd name="connsiteX22" fmla="*/ 6233869 w 6373761"/>
                <a:gd name="connsiteY22" fmla="*/ 1047442 h 6874714"/>
                <a:gd name="connsiteX23" fmla="*/ 5961423 w 6373761"/>
                <a:gd name="connsiteY23" fmla="*/ 827953 h 6874714"/>
                <a:gd name="connsiteX24" fmla="*/ 5663555 w 6373761"/>
                <a:gd name="connsiteY24" fmla="*/ 645304 h 6874714"/>
                <a:gd name="connsiteX25" fmla="*/ 5013827 w 6373761"/>
                <a:gd name="connsiteY25" fmla="*/ 397863 h 6874714"/>
                <a:gd name="connsiteX26" fmla="*/ 4327409 w 6373761"/>
                <a:gd name="connsiteY26" fmla="*/ 302545 h 6874714"/>
                <a:gd name="connsiteX27" fmla="*/ 3639939 w 6373761"/>
                <a:gd name="connsiteY27" fmla="*/ 338868 h 6874714"/>
                <a:gd name="connsiteX28" fmla="*/ 3302495 w 6373761"/>
                <a:gd name="connsiteY28" fmla="*/ 403659 h 6874714"/>
                <a:gd name="connsiteX29" fmla="*/ 2971604 w 6373761"/>
                <a:gd name="connsiteY29" fmla="*/ 496273 h 6874714"/>
                <a:gd name="connsiteX30" fmla="*/ 2648706 w 6373761"/>
                <a:gd name="connsiteY30" fmla="*/ 614389 h 6874714"/>
                <a:gd name="connsiteX31" fmla="*/ 2335374 w 6373761"/>
                <a:gd name="connsiteY31" fmla="*/ 757109 h 6874714"/>
                <a:gd name="connsiteX32" fmla="*/ 1741342 w 6373761"/>
                <a:gd name="connsiteY32" fmla="*/ 1107725 h 6874714"/>
                <a:gd name="connsiteX33" fmla="*/ 1600861 w 6373761"/>
                <a:gd name="connsiteY33" fmla="*/ 1208710 h 6874714"/>
                <a:gd name="connsiteX34" fmla="*/ 1531799 w 6373761"/>
                <a:gd name="connsiteY34" fmla="*/ 1260879 h 6874714"/>
                <a:gd name="connsiteX35" fmla="*/ 1463655 w 6373761"/>
                <a:gd name="connsiteY35" fmla="*/ 1314333 h 6874714"/>
                <a:gd name="connsiteX36" fmla="*/ 1200777 w 6373761"/>
                <a:gd name="connsiteY36" fmla="*/ 1541166 h 6874714"/>
                <a:gd name="connsiteX37" fmla="*/ 731501 w 6373761"/>
                <a:gd name="connsiteY37" fmla="*/ 2055754 h 6874714"/>
                <a:gd name="connsiteX38" fmla="*/ 531393 w 6373761"/>
                <a:gd name="connsiteY38" fmla="*/ 2342739 h 6874714"/>
                <a:gd name="connsiteX39" fmla="*/ 361033 w 6373761"/>
                <a:gd name="connsiteY39" fmla="*/ 2649046 h 6874714"/>
                <a:gd name="connsiteX40" fmla="*/ 323292 w 6373761"/>
                <a:gd name="connsiteY40" fmla="*/ 2728263 h 6874714"/>
                <a:gd name="connsiteX41" fmla="*/ 304945 w 6373761"/>
                <a:gd name="connsiteY41" fmla="*/ 2768193 h 6874714"/>
                <a:gd name="connsiteX42" fmla="*/ 287516 w 6373761"/>
                <a:gd name="connsiteY42" fmla="*/ 2808510 h 6874714"/>
                <a:gd name="connsiteX43" fmla="*/ 254230 w 6373761"/>
                <a:gd name="connsiteY43" fmla="*/ 2889788 h 6874714"/>
                <a:gd name="connsiteX44" fmla="*/ 223042 w 6373761"/>
                <a:gd name="connsiteY44" fmla="*/ 2971968 h 6874714"/>
                <a:gd name="connsiteX45" fmla="*/ 121611 w 6373761"/>
                <a:gd name="connsiteY45" fmla="*/ 3308544 h 6874714"/>
                <a:gd name="connsiteX46" fmla="*/ 39314 w 6373761"/>
                <a:gd name="connsiteY46" fmla="*/ 4005912 h 6874714"/>
                <a:gd name="connsiteX47" fmla="*/ 73910 w 6373761"/>
                <a:gd name="connsiteY47" fmla="*/ 4354081 h 6874714"/>
                <a:gd name="connsiteX48" fmla="*/ 179534 w 6373761"/>
                <a:gd name="connsiteY48" fmla="*/ 4687050 h 6874714"/>
                <a:gd name="connsiteX49" fmla="*/ 215964 w 6373761"/>
                <a:gd name="connsiteY49" fmla="*/ 4766654 h 6874714"/>
                <a:gd name="connsiteX50" fmla="*/ 256457 w 6373761"/>
                <a:gd name="connsiteY50" fmla="*/ 4844455 h 6874714"/>
                <a:gd name="connsiteX51" fmla="*/ 346225 w 6373761"/>
                <a:gd name="connsiteY51" fmla="*/ 4995290 h 6874714"/>
                <a:gd name="connsiteX52" fmla="*/ 445296 w 6373761"/>
                <a:gd name="connsiteY52" fmla="*/ 5140971 h 6874714"/>
                <a:gd name="connsiteX53" fmla="*/ 551443 w 6373761"/>
                <a:gd name="connsiteY53" fmla="*/ 5282531 h 6874714"/>
                <a:gd name="connsiteX54" fmla="*/ 772387 w 6373761"/>
                <a:gd name="connsiteY54" fmla="*/ 5562561 h 6874714"/>
                <a:gd name="connsiteX55" fmla="*/ 882858 w 6373761"/>
                <a:gd name="connsiteY55" fmla="*/ 5704507 h 6874714"/>
                <a:gd name="connsiteX56" fmla="*/ 990316 w 6373761"/>
                <a:gd name="connsiteY56" fmla="*/ 5848258 h 6874714"/>
                <a:gd name="connsiteX57" fmla="*/ 1097774 w 6373761"/>
                <a:gd name="connsiteY57" fmla="*/ 5987114 h 6874714"/>
                <a:gd name="connsiteX58" fmla="*/ 1210080 w 6373761"/>
                <a:gd name="connsiteY58" fmla="*/ 6121203 h 6874714"/>
                <a:gd name="connsiteX59" fmla="*/ 1448192 w 6373761"/>
                <a:gd name="connsiteY59" fmla="*/ 6374054 h 6874714"/>
                <a:gd name="connsiteX60" fmla="*/ 1982991 w 6373761"/>
                <a:gd name="connsiteY60" fmla="*/ 6796158 h 6874714"/>
                <a:gd name="connsiteX61" fmla="*/ 2118475 w 6373761"/>
                <a:gd name="connsiteY61" fmla="*/ 6874714 h 6874714"/>
                <a:gd name="connsiteX62" fmla="*/ 1569874 w 6373761"/>
                <a:gd name="connsiteY62" fmla="*/ 6874714 h 6874714"/>
                <a:gd name="connsiteX63" fmla="*/ 1507802 w 6373761"/>
                <a:gd name="connsiteY63" fmla="*/ 6817815 h 6874714"/>
                <a:gd name="connsiteX64" fmla="*/ 1256865 w 6373761"/>
                <a:gd name="connsiteY64" fmla="*/ 6543437 h 6874714"/>
                <a:gd name="connsiteX65" fmla="*/ 1038410 w 6373761"/>
                <a:gd name="connsiteY65" fmla="*/ 6248722 h 6874714"/>
                <a:gd name="connsiteX66" fmla="*/ 845380 w 6373761"/>
                <a:gd name="connsiteY66" fmla="*/ 5941386 h 6874714"/>
                <a:gd name="connsiteX67" fmla="*/ 755351 w 6373761"/>
                <a:gd name="connsiteY67" fmla="*/ 5788877 h 6874714"/>
                <a:gd name="connsiteX68" fmla="*/ 661784 w 6373761"/>
                <a:gd name="connsiteY68" fmla="*/ 5638944 h 6874714"/>
                <a:gd name="connsiteX69" fmla="*/ 466525 w 6373761"/>
                <a:gd name="connsiteY69" fmla="*/ 5340366 h 6874714"/>
                <a:gd name="connsiteX70" fmla="*/ 370992 w 6373761"/>
                <a:gd name="connsiteY70" fmla="*/ 5188502 h 6874714"/>
                <a:gd name="connsiteX71" fmla="*/ 280046 w 6373761"/>
                <a:gd name="connsiteY71" fmla="*/ 5033287 h 6874714"/>
                <a:gd name="connsiteX72" fmla="*/ 126853 w 6373761"/>
                <a:gd name="connsiteY72" fmla="*/ 4707660 h 6874714"/>
                <a:gd name="connsiteX73" fmla="*/ 30272 w 6373761"/>
                <a:gd name="connsiteY73" fmla="*/ 4362068 h 6874714"/>
                <a:gd name="connsiteX74" fmla="*/ 0 w 6373761"/>
                <a:gd name="connsiteY74" fmla="*/ 4005912 h 6874714"/>
                <a:gd name="connsiteX75" fmla="*/ 270480 w 6373761"/>
                <a:gd name="connsiteY75" fmla="*/ 2610532 h 6874714"/>
                <a:gd name="connsiteX76" fmla="*/ 415942 w 6373761"/>
                <a:gd name="connsiteY76" fmla="*/ 2280526 h 6874714"/>
                <a:gd name="connsiteX77" fmla="*/ 590102 w 6373761"/>
                <a:gd name="connsiteY77" fmla="*/ 1962626 h 6874714"/>
                <a:gd name="connsiteX78" fmla="*/ 1020719 w 6373761"/>
                <a:gd name="connsiteY78" fmla="*/ 1373070 h 6874714"/>
                <a:gd name="connsiteX79" fmla="*/ 1275080 w 6373761"/>
                <a:gd name="connsiteY79" fmla="*/ 1107081 h 6874714"/>
                <a:gd name="connsiteX80" fmla="*/ 1342437 w 6373761"/>
                <a:gd name="connsiteY80" fmla="*/ 1043965 h 6874714"/>
                <a:gd name="connsiteX81" fmla="*/ 1411106 w 6373761"/>
                <a:gd name="connsiteY81" fmla="*/ 982138 h 6874714"/>
                <a:gd name="connsiteX82" fmla="*/ 1553029 w 6373761"/>
                <a:gd name="connsiteY82" fmla="*/ 863376 h 6874714"/>
                <a:gd name="connsiteX83" fmla="*/ 2173401 w 6373761"/>
                <a:gd name="connsiteY83" fmla="*/ 454409 h 6874714"/>
                <a:gd name="connsiteX84" fmla="*/ 3599708 w 6373761"/>
                <a:gd name="connsiteY84" fmla="*/ 16332 h 6874714"/>
                <a:gd name="connsiteX85" fmla="*/ 3975975 w 6373761"/>
                <a:gd name="connsiteY85" fmla="*/ 263 h 6874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6373761" h="6874714">
                  <a:moveTo>
                    <a:pt x="6373761" y="5771297"/>
                  </a:moveTo>
                  <a:lnTo>
                    <a:pt x="6373761" y="6247960"/>
                  </a:lnTo>
                  <a:lnTo>
                    <a:pt x="6235932" y="6361930"/>
                  </a:lnTo>
                  <a:cubicBezTo>
                    <a:pt x="6143250" y="6437460"/>
                    <a:pt x="6051059" y="6512200"/>
                    <a:pt x="5960375" y="6587489"/>
                  </a:cubicBezTo>
                  <a:lnTo>
                    <a:pt x="5822907" y="6701871"/>
                  </a:lnTo>
                  <a:cubicBezTo>
                    <a:pt x="5776123" y="6740385"/>
                    <a:pt x="5729079" y="6778899"/>
                    <a:pt x="5681115" y="6816896"/>
                  </a:cubicBezTo>
                  <a:lnTo>
                    <a:pt x="5604096" y="6874714"/>
                  </a:lnTo>
                  <a:lnTo>
                    <a:pt x="4878485" y="6874714"/>
                  </a:lnTo>
                  <a:lnTo>
                    <a:pt x="5006014" y="6800200"/>
                  </a:lnTo>
                  <a:cubicBezTo>
                    <a:pt x="5054354" y="6770429"/>
                    <a:pt x="5102285" y="6739483"/>
                    <a:pt x="5149855" y="6707667"/>
                  </a:cubicBezTo>
                  <a:cubicBezTo>
                    <a:pt x="5244993" y="6643906"/>
                    <a:pt x="5338561" y="6576025"/>
                    <a:pt x="5431866" y="6506210"/>
                  </a:cubicBezTo>
                  <a:cubicBezTo>
                    <a:pt x="5478386" y="6471304"/>
                    <a:pt x="5524777" y="6435495"/>
                    <a:pt x="5571036" y="6399557"/>
                  </a:cubicBezTo>
                  <a:lnTo>
                    <a:pt x="5711649" y="6288912"/>
                  </a:lnTo>
                  <a:cubicBezTo>
                    <a:pt x="5902059" y="6140395"/>
                    <a:pt x="6093257" y="5998320"/>
                    <a:pt x="6276589" y="5852379"/>
                  </a:cubicBezTo>
                  <a:close/>
                  <a:moveTo>
                    <a:pt x="3975975" y="263"/>
                  </a:moveTo>
                  <a:cubicBezTo>
                    <a:pt x="4101550" y="1809"/>
                    <a:pt x="4226830" y="10149"/>
                    <a:pt x="4350473" y="24963"/>
                  </a:cubicBezTo>
                  <a:cubicBezTo>
                    <a:pt x="4598149" y="54846"/>
                    <a:pt x="4842943" y="108687"/>
                    <a:pt x="5077909" y="189450"/>
                  </a:cubicBezTo>
                  <a:cubicBezTo>
                    <a:pt x="5312876" y="269955"/>
                    <a:pt x="5537357" y="376867"/>
                    <a:pt x="5746507" y="505804"/>
                  </a:cubicBezTo>
                  <a:cubicBezTo>
                    <a:pt x="5955527" y="634999"/>
                    <a:pt x="6148688" y="786864"/>
                    <a:pt x="6322456" y="956633"/>
                  </a:cubicBezTo>
                  <a:lnTo>
                    <a:pt x="6373761" y="1011863"/>
                  </a:lnTo>
                  <a:lnTo>
                    <a:pt x="6373761" y="1185075"/>
                  </a:lnTo>
                  <a:lnTo>
                    <a:pt x="6359489" y="1169497"/>
                  </a:lnTo>
                  <a:cubicBezTo>
                    <a:pt x="6318811" y="1127602"/>
                    <a:pt x="6276917" y="1086890"/>
                    <a:pt x="6233869" y="1047442"/>
                  </a:cubicBezTo>
                  <a:cubicBezTo>
                    <a:pt x="6147509" y="968870"/>
                    <a:pt x="6056431" y="895448"/>
                    <a:pt x="5961423" y="827953"/>
                  </a:cubicBezTo>
                  <a:cubicBezTo>
                    <a:pt x="5865891" y="761102"/>
                    <a:pt x="5766688" y="699403"/>
                    <a:pt x="5663555" y="645304"/>
                  </a:cubicBezTo>
                  <a:cubicBezTo>
                    <a:pt x="5457943" y="535816"/>
                    <a:pt x="5238703" y="453894"/>
                    <a:pt x="5013827" y="397863"/>
                  </a:cubicBezTo>
                  <a:cubicBezTo>
                    <a:pt x="4788953" y="341703"/>
                    <a:pt x="4558442" y="310917"/>
                    <a:pt x="4327409" y="302545"/>
                  </a:cubicBezTo>
                  <a:cubicBezTo>
                    <a:pt x="4096111" y="293012"/>
                    <a:pt x="3867174" y="305893"/>
                    <a:pt x="3639939" y="338868"/>
                  </a:cubicBezTo>
                  <a:cubicBezTo>
                    <a:pt x="3526585" y="355999"/>
                    <a:pt x="3413885" y="377254"/>
                    <a:pt x="3302495" y="403659"/>
                  </a:cubicBezTo>
                  <a:cubicBezTo>
                    <a:pt x="3191107" y="430451"/>
                    <a:pt x="3080634" y="460978"/>
                    <a:pt x="2971604" y="496273"/>
                  </a:cubicBezTo>
                  <a:cubicBezTo>
                    <a:pt x="2862573" y="531437"/>
                    <a:pt x="2754854" y="570852"/>
                    <a:pt x="2648706" y="614389"/>
                  </a:cubicBezTo>
                  <a:cubicBezTo>
                    <a:pt x="2542690" y="658056"/>
                    <a:pt x="2438114" y="705714"/>
                    <a:pt x="2335374" y="757109"/>
                  </a:cubicBezTo>
                  <a:cubicBezTo>
                    <a:pt x="2129894" y="859769"/>
                    <a:pt x="1931228" y="976855"/>
                    <a:pt x="1741342" y="1107725"/>
                  </a:cubicBezTo>
                  <a:cubicBezTo>
                    <a:pt x="1694035" y="1140571"/>
                    <a:pt x="1646858" y="1173933"/>
                    <a:pt x="1600861" y="1208710"/>
                  </a:cubicBezTo>
                  <a:cubicBezTo>
                    <a:pt x="1577535" y="1225713"/>
                    <a:pt x="1554732" y="1243361"/>
                    <a:pt x="1531799" y="1260879"/>
                  </a:cubicBezTo>
                  <a:cubicBezTo>
                    <a:pt x="1508735" y="1278267"/>
                    <a:pt x="1486064" y="1296171"/>
                    <a:pt x="1463655" y="1314333"/>
                  </a:cubicBezTo>
                  <a:cubicBezTo>
                    <a:pt x="1373627" y="1386853"/>
                    <a:pt x="1285564" y="1462077"/>
                    <a:pt x="1200777" y="1541166"/>
                  </a:cubicBezTo>
                  <a:cubicBezTo>
                    <a:pt x="1030810" y="1698827"/>
                    <a:pt x="873161" y="1870785"/>
                    <a:pt x="731501" y="2055754"/>
                  </a:cubicBezTo>
                  <a:cubicBezTo>
                    <a:pt x="660734" y="2148239"/>
                    <a:pt x="593771" y="2243944"/>
                    <a:pt x="531393" y="2342739"/>
                  </a:cubicBezTo>
                  <a:cubicBezTo>
                    <a:pt x="470063" y="2442050"/>
                    <a:pt x="412140" y="2543810"/>
                    <a:pt x="361033" y="2649046"/>
                  </a:cubicBezTo>
                  <a:cubicBezTo>
                    <a:pt x="347798" y="2675194"/>
                    <a:pt x="335479" y="2701728"/>
                    <a:pt x="323292" y="2728263"/>
                  </a:cubicBezTo>
                  <a:lnTo>
                    <a:pt x="304945" y="2768193"/>
                  </a:lnTo>
                  <a:lnTo>
                    <a:pt x="287516" y="2808510"/>
                  </a:lnTo>
                  <a:cubicBezTo>
                    <a:pt x="276115" y="2835432"/>
                    <a:pt x="264583" y="2862352"/>
                    <a:pt x="254230" y="2889788"/>
                  </a:cubicBezTo>
                  <a:cubicBezTo>
                    <a:pt x="243877" y="2917224"/>
                    <a:pt x="232477" y="2944274"/>
                    <a:pt x="223042" y="2971968"/>
                  </a:cubicBezTo>
                  <a:cubicBezTo>
                    <a:pt x="182679" y="3081970"/>
                    <a:pt x="148475" y="3194291"/>
                    <a:pt x="121611" y="3308544"/>
                  </a:cubicBezTo>
                  <a:cubicBezTo>
                    <a:pt x="67096" y="3536534"/>
                    <a:pt x="39183" y="3771224"/>
                    <a:pt x="39314" y="4005912"/>
                  </a:cubicBezTo>
                  <a:cubicBezTo>
                    <a:pt x="39969" y="4122871"/>
                    <a:pt x="51109" y="4239571"/>
                    <a:pt x="73910" y="4354081"/>
                  </a:cubicBezTo>
                  <a:cubicBezTo>
                    <a:pt x="97892" y="4468334"/>
                    <a:pt x="132619" y="4580140"/>
                    <a:pt x="179534" y="4687050"/>
                  </a:cubicBezTo>
                  <a:cubicBezTo>
                    <a:pt x="190673" y="4713972"/>
                    <a:pt x="203647" y="4740249"/>
                    <a:pt x="215964" y="4766654"/>
                  </a:cubicBezTo>
                  <a:cubicBezTo>
                    <a:pt x="229332" y="4792674"/>
                    <a:pt x="242043" y="4818950"/>
                    <a:pt x="256457" y="4844455"/>
                  </a:cubicBezTo>
                  <a:cubicBezTo>
                    <a:pt x="283978" y="4895978"/>
                    <a:pt x="314642" y="4945956"/>
                    <a:pt x="346225" y="4995290"/>
                  </a:cubicBezTo>
                  <a:cubicBezTo>
                    <a:pt x="377676" y="5044752"/>
                    <a:pt x="411355" y="5092926"/>
                    <a:pt x="445296" y="5140971"/>
                  </a:cubicBezTo>
                  <a:cubicBezTo>
                    <a:pt x="479760" y="5188630"/>
                    <a:pt x="515537" y="5235645"/>
                    <a:pt x="551443" y="5282531"/>
                  </a:cubicBezTo>
                  <a:cubicBezTo>
                    <a:pt x="623387" y="5376434"/>
                    <a:pt x="698608" y="5468402"/>
                    <a:pt x="772387" y="5562561"/>
                  </a:cubicBezTo>
                  <a:cubicBezTo>
                    <a:pt x="809472" y="5609448"/>
                    <a:pt x="846428" y="5656719"/>
                    <a:pt x="882858" y="5704507"/>
                  </a:cubicBezTo>
                  <a:cubicBezTo>
                    <a:pt x="919159" y="5751909"/>
                    <a:pt x="955196" y="5802273"/>
                    <a:pt x="990316" y="5848258"/>
                  </a:cubicBezTo>
                  <a:cubicBezTo>
                    <a:pt x="1025175" y="5895402"/>
                    <a:pt x="1061736" y="5941129"/>
                    <a:pt x="1097774" y="5987114"/>
                  </a:cubicBezTo>
                  <a:cubicBezTo>
                    <a:pt x="1134860" y="6032326"/>
                    <a:pt x="1171684" y="6077536"/>
                    <a:pt x="1210080" y="6121203"/>
                  </a:cubicBezTo>
                  <a:cubicBezTo>
                    <a:pt x="1286350" y="6209051"/>
                    <a:pt x="1365632" y="6293677"/>
                    <a:pt x="1448192" y="6374054"/>
                  </a:cubicBezTo>
                  <a:cubicBezTo>
                    <a:pt x="1613572" y="6534420"/>
                    <a:pt x="1792057" y="6677526"/>
                    <a:pt x="1982991" y="6796158"/>
                  </a:cubicBezTo>
                  <a:lnTo>
                    <a:pt x="2118475" y="6874714"/>
                  </a:lnTo>
                  <a:lnTo>
                    <a:pt x="1569874" y="6874714"/>
                  </a:lnTo>
                  <a:lnTo>
                    <a:pt x="1507802" y="6817815"/>
                  </a:lnTo>
                  <a:cubicBezTo>
                    <a:pt x="1418412" y="6730595"/>
                    <a:pt x="1334903" y="6638562"/>
                    <a:pt x="1256865" y="6543437"/>
                  </a:cubicBezTo>
                  <a:cubicBezTo>
                    <a:pt x="1179155" y="6447861"/>
                    <a:pt x="1106817" y="6349194"/>
                    <a:pt x="1038410" y="6248722"/>
                  </a:cubicBezTo>
                  <a:cubicBezTo>
                    <a:pt x="969873" y="6148253"/>
                    <a:pt x="905922" y="6045592"/>
                    <a:pt x="845380" y="5941386"/>
                  </a:cubicBezTo>
                  <a:cubicBezTo>
                    <a:pt x="814453" y="5888704"/>
                    <a:pt x="786147" y="5839370"/>
                    <a:pt x="755351" y="5788877"/>
                  </a:cubicBezTo>
                  <a:cubicBezTo>
                    <a:pt x="724817" y="5738771"/>
                    <a:pt x="693760" y="5688665"/>
                    <a:pt x="661784" y="5638944"/>
                  </a:cubicBezTo>
                  <a:lnTo>
                    <a:pt x="466525" y="5340366"/>
                  </a:lnTo>
                  <a:cubicBezTo>
                    <a:pt x="434156" y="5290131"/>
                    <a:pt x="402181" y="5239639"/>
                    <a:pt x="370992" y="5188502"/>
                  </a:cubicBezTo>
                  <a:cubicBezTo>
                    <a:pt x="339803" y="5137364"/>
                    <a:pt x="308876" y="5086099"/>
                    <a:pt x="280046" y="5033287"/>
                  </a:cubicBezTo>
                  <a:cubicBezTo>
                    <a:pt x="222255" y="4928179"/>
                    <a:pt x="169181" y="4819982"/>
                    <a:pt x="126853" y="4707660"/>
                  </a:cubicBezTo>
                  <a:cubicBezTo>
                    <a:pt x="83739" y="4595725"/>
                    <a:pt x="51764" y="4479670"/>
                    <a:pt x="30272" y="4362068"/>
                  </a:cubicBezTo>
                  <a:cubicBezTo>
                    <a:pt x="9698" y="4244466"/>
                    <a:pt x="0" y="4125060"/>
                    <a:pt x="0" y="4005912"/>
                  </a:cubicBezTo>
                  <a:cubicBezTo>
                    <a:pt x="1704" y="3530867"/>
                    <a:pt x="95140" y="3057110"/>
                    <a:pt x="270480" y="2610532"/>
                  </a:cubicBezTo>
                  <a:cubicBezTo>
                    <a:pt x="314511" y="2498984"/>
                    <a:pt x="362212" y="2388466"/>
                    <a:pt x="415942" y="2280526"/>
                  </a:cubicBezTo>
                  <a:cubicBezTo>
                    <a:pt x="468884" y="2172197"/>
                    <a:pt x="527199" y="2066188"/>
                    <a:pt x="590102" y="1962626"/>
                  </a:cubicBezTo>
                  <a:cubicBezTo>
                    <a:pt x="716037" y="1755631"/>
                    <a:pt x="859794" y="1557653"/>
                    <a:pt x="1020719" y="1373070"/>
                  </a:cubicBezTo>
                  <a:cubicBezTo>
                    <a:pt x="1101575" y="1281101"/>
                    <a:pt x="1185969" y="1191838"/>
                    <a:pt x="1275080" y="1107081"/>
                  </a:cubicBezTo>
                  <a:cubicBezTo>
                    <a:pt x="1297227" y="1085699"/>
                    <a:pt x="1319504" y="1064575"/>
                    <a:pt x="1342437" y="1043965"/>
                  </a:cubicBezTo>
                  <a:cubicBezTo>
                    <a:pt x="1365240" y="1023226"/>
                    <a:pt x="1387648" y="1002102"/>
                    <a:pt x="1411106" y="982138"/>
                  </a:cubicBezTo>
                  <a:cubicBezTo>
                    <a:pt x="1457497" y="941563"/>
                    <a:pt x="1505065" y="902276"/>
                    <a:pt x="1553029" y="863376"/>
                  </a:cubicBezTo>
                  <a:cubicBezTo>
                    <a:pt x="1745798" y="708806"/>
                    <a:pt x="1954030" y="571882"/>
                    <a:pt x="2173401" y="454409"/>
                  </a:cubicBezTo>
                  <a:cubicBezTo>
                    <a:pt x="2612013" y="219334"/>
                    <a:pt x="3099505" y="65666"/>
                    <a:pt x="3599708" y="16332"/>
                  </a:cubicBezTo>
                  <a:cubicBezTo>
                    <a:pt x="3724530" y="3966"/>
                    <a:pt x="3850400" y="-1283"/>
                    <a:pt x="3975975" y="26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61023DD2-2E6F-4419-B404-80F08460B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65276" y="313387"/>
              <a:ext cx="6326724" cy="6561326"/>
            </a:xfrm>
            <a:custGeom>
              <a:avLst/>
              <a:gdLst>
                <a:gd name="connsiteX0" fmla="*/ 6326724 w 6326724"/>
                <a:gd name="connsiteY0" fmla="*/ 5020808 h 6561326"/>
                <a:gd name="connsiteX1" fmla="*/ 6326724 w 6326724"/>
                <a:gd name="connsiteY1" fmla="*/ 5698632 h 6561326"/>
                <a:gd name="connsiteX2" fmla="*/ 6067438 w 6326724"/>
                <a:gd name="connsiteY2" fmla="*/ 5902509 h 6561326"/>
                <a:gd name="connsiteX3" fmla="*/ 5799974 w 6326724"/>
                <a:gd name="connsiteY3" fmla="*/ 6102017 h 6561326"/>
                <a:gd name="connsiteX4" fmla="*/ 5665258 w 6326724"/>
                <a:gd name="connsiteY4" fmla="*/ 6202100 h 6561326"/>
                <a:gd name="connsiteX5" fmla="*/ 5526873 w 6326724"/>
                <a:gd name="connsiteY5" fmla="*/ 6302828 h 6561326"/>
                <a:gd name="connsiteX6" fmla="*/ 5385080 w 6326724"/>
                <a:gd name="connsiteY6" fmla="*/ 6402268 h 6561326"/>
                <a:gd name="connsiteX7" fmla="*/ 5238833 w 6326724"/>
                <a:gd name="connsiteY7" fmla="*/ 6498875 h 6561326"/>
                <a:gd name="connsiteX8" fmla="*/ 5138040 w 6326724"/>
                <a:gd name="connsiteY8" fmla="*/ 6561326 h 6561326"/>
                <a:gd name="connsiteX9" fmla="*/ 3946072 w 6326724"/>
                <a:gd name="connsiteY9" fmla="*/ 6561326 h 6561326"/>
                <a:gd name="connsiteX10" fmla="*/ 3976009 w 6326724"/>
                <a:gd name="connsiteY10" fmla="*/ 6555242 h 6561326"/>
                <a:gd name="connsiteX11" fmla="*/ 4404855 w 6326724"/>
                <a:gd name="connsiteY11" fmla="*/ 6399048 h 6561326"/>
                <a:gd name="connsiteX12" fmla="*/ 4938868 w 6326724"/>
                <a:gd name="connsiteY12" fmla="*/ 6072132 h 6561326"/>
                <a:gd name="connsiteX13" fmla="*/ 5068342 w 6326724"/>
                <a:gd name="connsiteY13" fmla="*/ 5976042 h 6561326"/>
                <a:gd name="connsiteX14" fmla="*/ 5197816 w 6326724"/>
                <a:gd name="connsiteY14" fmla="*/ 5876730 h 6561326"/>
                <a:gd name="connsiteX15" fmla="*/ 5460039 w 6326724"/>
                <a:gd name="connsiteY15" fmla="*/ 5670637 h 6561326"/>
                <a:gd name="connsiteX16" fmla="*/ 5999033 w 6326724"/>
                <a:gd name="connsiteY16" fmla="*/ 5271718 h 6561326"/>
                <a:gd name="connsiteX17" fmla="*/ 6258766 w 6326724"/>
                <a:gd name="connsiteY17" fmla="*/ 5077603 h 6561326"/>
                <a:gd name="connsiteX18" fmla="*/ 4139342 w 6326724"/>
                <a:gd name="connsiteY18" fmla="*/ 440 h 6561326"/>
                <a:gd name="connsiteX19" fmla="*/ 4315744 w 6326724"/>
                <a:gd name="connsiteY19" fmla="*/ 6808 h 6561326"/>
                <a:gd name="connsiteX20" fmla="*/ 5015400 w 6326724"/>
                <a:gd name="connsiteY20" fmla="*/ 113591 h 6561326"/>
                <a:gd name="connsiteX21" fmla="*/ 5681114 w 6326724"/>
                <a:gd name="connsiteY21" fmla="*/ 361418 h 6561326"/>
                <a:gd name="connsiteX22" fmla="*/ 6270952 w 6326724"/>
                <a:gd name="connsiteY22" fmla="*/ 755441 h 6561326"/>
                <a:gd name="connsiteX23" fmla="*/ 6326724 w 6326724"/>
                <a:gd name="connsiteY23" fmla="*/ 807432 h 6561326"/>
                <a:gd name="connsiteX24" fmla="*/ 6326724 w 6326724"/>
                <a:gd name="connsiteY24" fmla="*/ 1231565 h 6561326"/>
                <a:gd name="connsiteX25" fmla="*/ 6302093 w 6326724"/>
                <a:gd name="connsiteY25" fmla="*/ 1203002 h 6561326"/>
                <a:gd name="connsiteX26" fmla="*/ 6066914 w 6326724"/>
                <a:gd name="connsiteY26" fmla="*/ 989616 h 6561326"/>
                <a:gd name="connsiteX27" fmla="*/ 5533688 w 6326724"/>
                <a:gd name="connsiteY27" fmla="*/ 647242 h 6561326"/>
                <a:gd name="connsiteX28" fmla="*/ 4933626 w 6326724"/>
                <a:gd name="connsiteY28" fmla="*/ 432262 h 6561326"/>
                <a:gd name="connsiteX29" fmla="*/ 4296873 w 6326724"/>
                <a:gd name="connsiteY29" fmla="*/ 343126 h 6561326"/>
                <a:gd name="connsiteX30" fmla="*/ 3651602 w 6326724"/>
                <a:gd name="connsiteY30" fmla="*/ 365797 h 6561326"/>
                <a:gd name="connsiteX31" fmla="*/ 3018256 w 6326724"/>
                <a:gd name="connsiteY31" fmla="*/ 496666 h 6561326"/>
                <a:gd name="connsiteX32" fmla="*/ 2412429 w 6326724"/>
                <a:gd name="connsiteY32" fmla="*/ 724399 h 6561326"/>
                <a:gd name="connsiteX33" fmla="*/ 1329857 w 6326724"/>
                <a:gd name="connsiteY33" fmla="*/ 1424086 h 6561326"/>
                <a:gd name="connsiteX34" fmla="*/ 887314 w 6326724"/>
                <a:gd name="connsiteY34" fmla="*/ 1891015 h 6561326"/>
                <a:gd name="connsiteX35" fmla="*/ 537420 w 6326724"/>
                <a:gd name="connsiteY35" fmla="*/ 2427245 h 6561326"/>
                <a:gd name="connsiteX36" fmla="*/ 299965 w 6326724"/>
                <a:gd name="connsiteY36" fmla="*/ 3020021 h 6561326"/>
                <a:gd name="connsiteX37" fmla="*/ 213606 w 6326724"/>
                <a:gd name="connsiteY37" fmla="*/ 3651953 h 6561326"/>
                <a:gd name="connsiteX38" fmla="*/ 250036 w 6326724"/>
                <a:gd name="connsiteY38" fmla="*/ 3961352 h 6561326"/>
                <a:gd name="connsiteX39" fmla="*/ 357625 w 6326724"/>
                <a:gd name="connsiteY39" fmla="*/ 4250783 h 6561326"/>
                <a:gd name="connsiteX40" fmla="*/ 432715 w 6326724"/>
                <a:gd name="connsiteY40" fmla="*/ 4387063 h 6561326"/>
                <a:gd name="connsiteX41" fmla="*/ 518943 w 6326724"/>
                <a:gd name="connsiteY41" fmla="*/ 4518962 h 6561326"/>
                <a:gd name="connsiteX42" fmla="*/ 718133 w 6326724"/>
                <a:gd name="connsiteY42" fmla="*/ 4773874 h 6561326"/>
                <a:gd name="connsiteX43" fmla="*/ 933704 w 6326724"/>
                <a:gd name="connsiteY43" fmla="*/ 5030717 h 6561326"/>
                <a:gd name="connsiteX44" fmla="*/ 1040900 w 6326724"/>
                <a:gd name="connsiteY44" fmla="*/ 5164806 h 6561326"/>
                <a:gd name="connsiteX45" fmla="*/ 1092401 w 6326724"/>
                <a:gd name="connsiteY45" fmla="*/ 5230628 h 6561326"/>
                <a:gd name="connsiteX46" fmla="*/ 1142854 w 6326724"/>
                <a:gd name="connsiteY46" fmla="*/ 5293615 h 6561326"/>
                <a:gd name="connsiteX47" fmla="*/ 1576354 w 6326724"/>
                <a:gd name="connsiteY47" fmla="*/ 5759128 h 6561326"/>
                <a:gd name="connsiteX48" fmla="*/ 1806865 w 6326724"/>
                <a:gd name="connsiteY48" fmla="*/ 5968571 h 6561326"/>
                <a:gd name="connsiteX49" fmla="*/ 2048253 w 6326724"/>
                <a:gd name="connsiteY49" fmla="*/ 6161654 h 6561326"/>
                <a:gd name="connsiteX50" fmla="*/ 2587506 w 6326724"/>
                <a:gd name="connsiteY50" fmla="*/ 6467059 h 6561326"/>
                <a:gd name="connsiteX51" fmla="*/ 2889176 w 6326724"/>
                <a:gd name="connsiteY51" fmla="*/ 6553360 h 6561326"/>
                <a:gd name="connsiteX52" fmla="*/ 2929698 w 6326724"/>
                <a:gd name="connsiteY52" fmla="*/ 6561326 h 6561326"/>
                <a:gd name="connsiteX53" fmla="*/ 1816374 w 6326724"/>
                <a:gd name="connsiteY53" fmla="*/ 6561326 h 6561326"/>
                <a:gd name="connsiteX54" fmla="*/ 1787601 w 6326724"/>
                <a:gd name="connsiteY54" fmla="*/ 6545761 h 6561326"/>
                <a:gd name="connsiteX55" fmla="*/ 1225544 w 6326724"/>
                <a:gd name="connsiteY55" fmla="*/ 6094158 h 6561326"/>
                <a:gd name="connsiteX56" fmla="*/ 997654 w 6326724"/>
                <a:gd name="connsiteY56" fmla="*/ 5822374 h 6561326"/>
                <a:gd name="connsiteX57" fmla="*/ 798596 w 6326724"/>
                <a:gd name="connsiteY57" fmla="*/ 5534615 h 6561326"/>
                <a:gd name="connsiteX58" fmla="*/ 752075 w 6326724"/>
                <a:gd name="connsiteY58" fmla="*/ 5461324 h 6561326"/>
                <a:gd name="connsiteX59" fmla="*/ 707650 w 6326724"/>
                <a:gd name="connsiteY59" fmla="*/ 5390221 h 6561326"/>
                <a:gd name="connsiteX60" fmla="*/ 619980 w 6326724"/>
                <a:gd name="connsiteY60" fmla="*/ 5252396 h 6561326"/>
                <a:gd name="connsiteX61" fmla="*/ 438349 w 6326724"/>
                <a:gd name="connsiteY61" fmla="*/ 4970822 h 6561326"/>
                <a:gd name="connsiteX62" fmla="*/ 261044 w 6326724"/>
                <a:gd name="connsiteY62" fmla="*/ 4673145 h 6561326"/>
                <a:gd name="connsiteX63" fmla="*/ 181107 w 6326724"/>
                <a:gd name="connsiteY63" fmla="*/ 4515356 h 6561326"/>
                <a:gd name="connsiteX64" fmla="*/ 113224 w 6326724"/>
                <a:gd name="connsiteY64" fmla="*/ 4350223 h 6561326"/>
                <a:gd name="connsiteX65" fmla="*/ 61199 w 6326724"/>
                <a:gd name="connsiteY65" fmla="*/ 4178908 h 6561326"/>
                <a:gd name="connsiteX66" fmla="*/ 41804 w 6326724"/>
                <a:gd name="connsiteY66" fmla="*/ 4091577 h 6561326"/>
                <a:gd name="connsiteX67" fmla="*/ 33287 w 6326724"/>
                <a:gd name="connsiteY67" fmla="*/ 4047781 h 6561326"/>
                <a:gd name="connsiteX68" fmla="*/ 26209 w 6326724"/>
                <a:gd name="connsiteY68" fmla="*/ 4003858 h 6561326"/>
                <a:gd name="connsiteX69" fmla="*/ 0 w 6326724"/>
                <a:gd name="connsiteY69" fmla="*/ 3651953 h 6561326"/>
                <a:gd name="connsiteX70" fmla="*/ 72731 w 6326724"/>
                <a:gd name="connsiteY70" fmla="*/ 2966307 h 6561326"/>
                <a:gd name="connsiteX71" fmla="*/ 291316 w 6326724"/>
                <a:gd name="connsiteY71" fmla="*/ 2309385 h 6561326"/>
                <a:gd name="connsiteX72" fmla="*/ 1110878 w 6326724"/>
                <a:gd name="connsiteY72" fmla="*/ 1193776 h 6561326"/>
                <a:gd name="connsiteX73" fmla="*/ 1654327 w 6326724"/>
                <a:gd name="connsiteY73" fmla="*/ 756730 h 6561326"/>
                <a:gd name="connsiteX74" fmla="*/ 2261727 w 6326724"/>
                <a:gd name="connsiteY74" fmla="*/ 409720 h 6561326"/>
                <a:gd name="connsiteX75" fmla="*/ 3610060 w 6326724"/>
                <a:gd name="connsiteY75" fmla="*/ 27032 h 6561326"/>
                <a:gd name="connsiteX76" fmla="*/ 4139342 w 6326724"/>
                <a:gd name="connsiteY76" fmla="*/ 440 h 6561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6326724" h="6561326">
                  <a:moveTo>
                    <a:pt x="6326724" y="5020808"/>
                  </a:moveTo>
                  <a:lnTo>
                    <a:pt x="6326724" y="5698632"/>
                  </a:lnTo>
                  <a:lnTo>
                    <a:pt x="6067438" y="5902509"/>
                  </a:lnTo>
                  <a:cubicBezTo>
                    <a:pt x="5977868" y="5970407"/>
                    <a:pt x="5888364" y="6036453"/>
                    <a:pt x="5799974" y="6102017"/>
                  </a:cubicBezTo>
                  <a:lnTo>
                    <a:pt x="5665258" y="6202100"/>
                  </a:lnTo>
                  <a:cubicBezTo>
                    <a:pt x="5619654" y="6235719"/>
                    <a:pt x="5573656" y="6269596"/>
                    <a:pt x="5526873" y="6302828"/>
                  </a:cubicBezTo>
                  <a:cubicBezTo>
                    <a:pt x="5480220" y="6336189"/>
                    <a:pt x="5433044" y="6369423"/>
                    <a:pt x="5385080" y="6402268"/>
                  </a:cubicBezTo>
                  <a:cubicBezTo>
                    <a:pt x="5336988" y="6434857"/>
                    <a:pt x="5288500" y="6467187"/>
                    <a:pt x="5238833" y="6498875"/>
                  </a:cubicBezTo>
                  <a:lnTo>
                    <a:pt x="5138040" y="6561326"/>
                  </a:lnTo>
                  <a:lnTo>
                    <a:pt x="3946072" y="6561326"/>
                  </a:lnTo>
                  <a:lnTo>
                    <a:pt x="3976009" y="6555242"/>
                  </a:lnTo>
                  <a:cubicBezTo>
                    <a:pt x="4123712" y="6519227"/>
                    <a:pt x="4266863" y="6466383"/>
                    <a:pt x="4404855" y="6399048"/>
                  </a:cubicBezTo>
                  <a:cubicBezTo>
                    <a:pt x="4589500" y="6310299"/>
                    <a:pt x="4765232" y="6196690"/>
                    <a:pt x="4938868" y="6072132"/>
                  </a:cubicBezTo>
                  <a:cubicBezTo>
                    <a:pt x="4982245" y="6041089"/>
                    <a:pt x="5025359" y="6008630"/>
                    <a:pt x="5068342" y="5976042"/>
                  </a:cubicBezTo>
                  <a:cubicBezTo>
                    <a:pt x="5111588" y="5943453"/>
                    <a:pt x="5154702" y="5910349"/>
                    <a:pt x="5197816" y="5876730"/>
                  </a:cubicBezTo>
                  <a:lnTo>
                    <a:pt x="5460039" y="5670637"/>
                  </a:lnTo>
                  <a:cubicBezTo>
                    <a:pt x="5639966" y="5530365"/>
                    <a:pt x="5821596" y="5399753"/>
                    <a:pt x="5999033" y="5271718"/>
                  </a:cubicBezTo>
                  <a:cubicBezTo>
                    <a:pt x="6087686" y="5207700"/>
                    <a:pt x="6174667" y="5143360"/>
                    <a:pt x="6258766" y="5077603"/>
                  </a:cubicBezTo>
                  <a:close/>
                  <a:moveTo>
                    <a:pt x="4139342" y="440"/>
                  </a:moveTo>
                  <a:cubicBezTo>
                    <a:pt x="4198237" y="1301"/>
                    <a:pt x="4257068" y="3427"/>
                    <a:pt x="4315744" y="6808"/>
                  </a:cubicBezTo>
                  <a:cubicBezTo>
                    <a:pt x="4550841" y="20849"/>
                    <a:pt x="4785806" y="55240"/>
                    <a:pt x="5015400" y="113591"/>
                  </a:cubicBezTo>
                  <a:cubicBezTo>
                    <a:pt x="5244992" y="171812"/>
                    <a:pt x="5469212" y="254249"/>
                    <a:pt x="5681114" y="361418"/>
                  </a:cubicBezTo>
                  <a:cubicBezTo>
                    <a:pt x="5892754" y="468586"/>
                    <a:pt x="6093124" y="599584"/>
                    <a:pt x="6270952" y="755441"/>
                  </a:cubicBezTo>
                  <a:lnTo>
                    <a:pt x="6326724" y="807432"/>
                  </a:lnTo>
                  <a:lnTo>
                    <a:pt x="6326724" y="1231565"/>
                  </a:lnTo>
                  <a:lnTo>
                    <a:pt x="6302093" y="1203002"/>
                  </a:lnTo>
                  <a:cubicBezTo>
                    <a:pt x="6227937" y="1127247"/>
                    <a:pt x="6149211" y="1056081"/>
                    <a:pt x="6066914" y="989616"/>
                  </a:cubicBezTo>
                  <a:cubicBezTo>
                    <a:pt x="5902714" y="856299"/>
                    <a:pt x="5724360" y="740371"/>
                    <a:pt x="5533688" y="647242"/>
                  </a:cubicBezTo>
                  <a:cubicBezTo>
                    <a:pt x="5343146" y="553857"/>
                    <a:pt x="5141466" y="482239"/>
                    <a:pt x="4933626" y="432262"/>
                  </a:cubicBezTo>
                  <a:cubicBezTo>
                    <a:pt x="4725788" y="382156"/>
                    <a:pt x="4512182" y="353303"/>
                    <a:pt x="4296873" y="343126"/>
                  </a:cubicBezTo>
                  <a:cubicBezTo>
                    <a:pt x="4081172" y="332435"/>
                    <a:pt x="3865732" y="339520"/>
                    <a:pt x="3651602" y="365797"/>
                  </a:cubicBezTo>
                  <a:cubicBezTo>
                    <a:pt x="3437604" y="392202"/>
                    <a:pt x="3225572" y="436384"/>
                    <a:pt x="3018256" y="496666"/>
                  </a:cubicBezTo>
                  <a:cubicBezTo>
                    <a:pt x="2810809" y="556691"/>
                    <a:pt x="2608474" y="634362"/>
                    <a:pt x="2412429" y="724399"/>
                  </a:cubicBezTo>
                  <a:cubicBezTo>
                    <a:pt x="2019160" y="902541"/>
                    <a:pt x="1651969" y="1138775"/>
                    <a:pt x="1329857" y="1424086"/>
                  </a:cubicBezTo>
                  <a:cubicBezTo>
                    <a:pt x="1169326" y="1567192"/>
                    <a:pt x="1020588" y="1723307"/>
                    <a:pt x="887314" y="1891015"/>
                  </a:cubicBezTo>
                  <a:cubicBezTo>
                    <a:pt x="753778" y="2058466"/>
                    <a:pt x="635967" y="2238026"/>
                    <a:pt x="537420" y="2427245"/>
                  </a:cubicBezTo>
                  <a:cubicBezTo>
                    <a:pt x="438874" y="2616335"/>
                    <a:pt x="356839" y="2814313"/>
                    <a:pt x="299965" y="3020021"/>
                  </a:cubicBezTo>
                  <a:cubicBezTo>
                    <a:pt x="242961" y="3225212"/>
                    <a:pt x="213474" y="3438518"/>
                    <a:pt x="213606" y="3651953"/>
                  </a:cubicBezTo>
                  <a:cubicBezTo>
                    <a:pt x="214785" y="3756804"/>
                    <a:pt x="225269" y="3860881"/>
                    <a:pt x="250036" y="3961352"/>
                  </a:cubicBezTo>
                  <a:cubicBezTo>
                    <a:pt x="274412" y="4061950"/>
                    <a:pt x="312284" y="4158171"/>
                    <a:pt x="357625" y="4250783"/>
                  </a:cubicBezTo>
                  <a:cubicBezTo>
                    <a:pt x="380558" y="4297025"/>
                    <a:pt x="405982" y="4342366"/>
                    <a:pt x="432715" y="4387063"/>
                  </a:cubicBezTo>
                  <a:cubicBezTo>
                    <a:pt x="459841" y="4431630"/>
                    <a:pt x="488803" y="4475554"/>
                    <a:pt x="518943" y="4518962"/>
                  </a:cubicBezTo>
                  <a:cubicBezTo>
                    <a:pt x="580011" y="4605521"/>
                    <a:pt x="647893" y="4689504"/>
                    <a:pt x="718133" y="4773874"/>
                  </a:cubicBezTo>
                  <a:cubicBezTo>
                    <a:pt x="788374" y="4858372"/>
                    <a:pt x="861760" y="4942871"/>
                    <a:pt x="933704" y="5030717"/>
                  </a:cubicBezTo>
                  <a:cubicBezTo>
                    <a:pt x="969742" y="5074512"/>
                    <a:pt x="1005387" y="5119337"/>
                    <a:pt x="1040900" y="5164806"/>
                  </a:cubicBezTo>
                  <a:lnTo>
                    <a:pt x="1092401" y="5230628"/>
                  </a:lnTo>
                  <a:cubicBezTo>
                    <a:pt x="1109306" y="5251624"/>
                    <a:pt x="1125425" y="5273135"/>
                    <a:pt x="1142854" y="5293615"/>
                  </a:cubicBezTo>
                  <a:cubicBezTo>
                    <a:pt x="1278880" y="5460293"/>
                    <a:pt x="1426438" y="5613704"/>
                    <a:pt x="1576354" y="5759128"/>
                  </a:cubicBezTo>
                  <a:cubicBezTo>
                    <a:pt x="1651706" y="5831519"/>
                    <a:pt x="1728368" y="5901461"/>
                    <a:pt x="1806865" y="5968571"/>
                  </a:cubicBezTo>
                  <a:cubicBezTo>
                    <a:pt x="1885362" y="6035680"/>
                    <a:pt x="1965299" y="6100599"/>
                    <a:pt x="2048253" y="6161654"/>
                  </a:cubicBezTo>
                  <a:cubicBezTo>
                    <a:pt x="2213502" y="6284022"/>
                    <a:pt x="2391724" y="6393380"/>
                    <a:pt x="2587506" y="6467059"/>
                  </a:cubicBezTo>
                  <a:cubicBezTo>
                    <a:pt x="2685137" y="6503898"/>
                    <a:pt x="2786304" y="6532106"/>
                    <a:pt x="2889176" y="6553360"/>
                  </a:cubicBezTo>
                  <a:lnTo>
                    <a:pt x="2929698" y="6561326"/>
                  </a:lnTo>
                  <a:lnTo>
                    <a:pt x="1816374" y="6561326"/>
                  </a:lnTo>
                  <a:lnTo>
                    <a:pt x="1787601" y="6545761"/>
                  </a:lnTo>
                  <a:cubicBezTo>
                    <a:pt x="1577272" y="6422749"/>
                    <a:pt x="1389483" y="6266761"/>
                    <a:pt x="1225544" y="6094158"/>
                  </a:cubicBezTo>
                  <a:cubicBezTo>
                    <a:pt x="1143116" y="6007986"/>
                    <a:pt x="1068158" y="5916274"/>
                    <a:pt x="997654" y="5822374"/>
                  </a:cubicBezTo>
                  <a:cubicBezTo>
                    <a:pt x="927546" y="5728086"/>
                    <a:pt x="860842" y="5632381"/>
                    <a:pt x="798596" y="5534615"/>
                  </a:cubicBezTo>
                  <a:cubicBezTo>
                    <a:pt x="782608" y="5510399"/>
                    <a:pt x="767537" y="5485797"/>
                    <a:pt x="752075" y="5461324"/>
                  </a:cubicBezTo>
                  <a:lnTo>
                    <a:pt x="707650" y="5390221"/>
                  </a:lnTo>
                  <a:cubicBezTo>
                    <a:pt x="679213" y="5344237"/>
                    <a:pt x="649728" y="5298638"/>
                    <a:pt x="619980" y="5252396"/>
                  </a:cubicBezTo>
                  <a:lnTo>
                    <a:pt x="438349" y="4970822"/>
                  </a:lnTo>
                  <a:cubicBezTo>
                    <a:pt x="377413" y="4874860"/>
                    <a:pt x="317263" y="4776064"/>
                    <a:pt x="261044" y="4673145"/>
                  </a:cubicBezTo>
                  <a:cubicBezTo>
                    <a:pt x="233000" y="4621622"/>
                    <a:pt x="205874" y="4569197"/>
                    <a:pt x="181107" y="4515356"/>
                  </a:cubicBezTo>
                  <a:cubicBezTo>
                    <a:pt x="156470" y="4461385"/>
                    <a:pt x="133537" y="4406385"/>
                    <a:pt x="113224" y="4350223"/>
                  </a:cubicBezTo>
                  <a:cubicBezTo>
                    <a:pt x="93305" y="4293934"/>
                    <a:pt x="75614" y="4236872"/>
                    <a:pt x="61199" y="4178908"/>
                  </a:cubicBezTo>
                  <a:cubicBezTo>
                    <a:pt x="54385" y="4149927"/>
                    <a:pt x="47440" y="4120815"/>
                    <a:pt x="41804" y="4091577"/>
                  </a:cubicBezTo>
                  <a:lnTo>
                    <a:pt x="33287" y="4047781"/>
                  </a:lnTo>
                  <a:lnTo>
                    <a:pt x="26209" y="4003858"/>
                  </a:lnTo>
                  <a:cubicBezTo>
                    <a:pt x="7732" y="3886643"/>
                    <a:pt x="0" y="3768783"/>
                    <a:pt x="0" y="3651953"/>
                  </a:cubicBezTo>
                  <a:cubicBezTo>
                    <a:pt x="524" y="3422031"/>
                    <a:pt x="25030" y="3192109"/>
                    <a:pt x="72731" y="2966307"/>
                  </a:cubicBezTo>
                  <a:cubicBezTo>
                    <a:pt x="120301" y="2740634"/>
                    <a:pt x="193163" y="2519343"/>
                    <a:pt x="291316" y="2309385"/>
                  </a:cubicBezTo>
                  <a:cubicBezTo>
                    <a:pt x="488540" y="1889469"/>
                    <a:pt x="774352" y="1513736"/>
                    <a:pt x="1110878" y="1193776"/>
                  </a:cubicBezTo>
                  <a:cubicBezTo>
                    <a:pt x="1279535" y="1033797"/>
                    <a:pt x="1461821" y="887856"/>
                    <a:pt x="1654327" y="756730"/>
                  </a:cubicBezTo>
                  <a:cubicBezTo>
                    <a:pt x="1847096" y="625732"/>
                    <a:pt x="2049956" y="509031"/>
                    <a:pt x="2261727" y="409720"/>
                  </a:cubicBezTo>
                  <a:cubicBezTo>
                    <a:pt x="2685792" y="212515"/>
                    <a:pt x="3142357" y="82162"/>
                    <a:pt x="3610060" y="27032"/>
                  </a:cubicBezTo>
                  <a:cubicBezTo>
                    <a:pt x="3785399" y="6647"/>
                    <a:pt x="3962657" y="-2144"/>
                    <a:pt x="4139342" y="44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BC4A6C98-F96E-4587-B01F-A9B01BBFAD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1866928 h 6521594"/>
                <a:gd name="connsiteX4" fmla="*/ 6212358 w 6321679"/>
                <a:gd name="connsiteY4" fmla="*/ 1689281 h 6521594"/>
                <a:gd name="connsiteX5" fmla="*/ 6049880 w 6321679"/>
                <a:gd name="connsiteY5" fmla="*/ 1477173 h 6521594"/>
                <a:gd name="connsiteX6" fmla="*/ 5248663 w 6321679"/>
                <a:gd name="connsiteY6" fmla="*/ 869327 h 6521594"/>
                <a:gd name="connsiteX7" fmla="*/ 4150102 w 6321679"/>
                <a:gd name="connsiteY7" fmla="*/ 644042 h 6521594"/>
                <a:gd name="connsiteX8" fmla="*/ 2867946 w 6321679"/>
                <a:gd name="connsiteY8" fmla="*/ 886459 h 6521594"/>
                <a:gd name="connsiteX9" fmla="*/ 1728892 w 6321679"/>
                <a:gd name="connsiteY9" fmla="*/ 1552397 h 6521594"/>
                <a:gd name="connsiteX10" fmla="*/ 941043 w 6321679"/>
                <a:gd name="connsiteY10" fmla="*/ 2512664 h 6521594"/>
                <a:gd name="connsiteX11" fmla="*/ 655362 w 6321679"/>
                <a:gd name="connsiteY11" fmla="*/ 3630204 h 6521594"/>
                <a:gd name="connsiteX12" fmla="*/ 1128177 w 6321679"/>
                <a:gd name="connsiteY12" fmla="*/ 4667883 h 6521594"/>
                <a:gd name="connsiteX13" fmla="*/ 1366419 w 6321679"/>
                <a:gd name="connsiteY13" fmla="*/ 4997246 h 6521594"/>
                <a:gd name="connsiteX14" fmla="*/ 3601937 w 6321679"/>
                <a:gd name="connsiteY14" fmla="*/ 6284685 h 6521594"/>
                <a:gd name="connsiteX15" fmla="*/ 5298985 w 6321679"/>
                <a:gd name="connsiteY15" fmla="*/ 5492643 h 6521594"/>
                <a:gd name="connsiteX16" fmla="*/ 5505513 w 6321679"/>
                <a:gd name="connsiteY16" fmla="*/ 5335367 h 6521594"/>
                <a:gd name="connsiteX17" fmla="*/ 6252618 w 6321679"/>
                <a:gd name="connsiteY17" fmla="*/ 4722492 h 6521594"/>
                <a:gd name="connsiteX18" fmla="*/ 6321679 w 6321679"/>
                <a:gd name="connsiteY18" fmla="*/ 4651477 h 6521594"/>
                <a:gd name="connsiteX19" fmla="*/ 6321679 w 6321679"/>
                <a:gd name="connsiteY19" fmla="*/ 5523097 h 6521594"/>
                <a:gd name="connsiteX20" fmla="*/ 6024428 w 6321679"/>
                <a:gd name="connsiteY20" fmla="*/ 5754969 h 6521594"/>
                <a:gd name="connsiteX21" fmla="*/ 5702345 w 6321679"/>
                <a:gd name="connsiteY21" fmla="*/ 6000018 h 6521594"/>
                <a:gd name="connsiteX22" fmla="*/ 4988380 w 6321679"/>
                <a:gd name="connsiteY22" fmla="*/ 6506549 h 6521594"/>
                <a:gd name="connsiteX23" fmla="*/ 4961490 w 6321679"/>
                <a:gd name="connsiteY23" fmla="*/ 6521594 h 6521594"/>
                <a:gd name="connsiteX24" fmla="*/ 2011326 w 6321679"/>
                <a:gd name="connsiteY24" fmla="*/ 6521594 h 6521594"/>
                <a:gd name="connsiteX25" fmla="*/ 1982893 w 6321679"/>
                <a:gd name="connsiteY25" fmla="*/ 6505768 h 6521594"/>
                <a:gd name="connsiteX26" fmla="*/ 824149 w 6321679"/>
                <a:gd name="connsiteY26" fmla="*/ 5358682 h 6521594"/>
                <a:gd name="connsiteX27" fmla="*/ 0 w 6321679"/>
                <a:gd name="connsiteY27" fmla="*/ 3630075 h 6521594"/>
                <a:gd name="connsiteX28" fmla="*/ 4150102 w 6321679"/>
                <a:gd name="connsiteY28"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321679" h="6521594">
                  <a:moveTo>
                    <a:pt x="4150102" y="0"/>
                  </a:moveTo>
                  <a:cubicBezTo>
                    <a:pt x="4918148" y="0"/>
                    <a:pt x="5569597" y="228540"/>
                    <a:pt x="6083891" y="619943"/>
                  </a:cubicBezTo>
                  <a:lnTo>
                    <a:pt x="6321679" y="822247"/>
                  </a:lnTo>
                  <a:lnTo>
                    <a:pt x="6321679" y="1866928"/>
                  </a:lnTo>
                  <a:lnTo>
                    <a:pt x="6212358" y="1689281"/>
                  </a:lnTo>
                  <a:cubicBezTo>
                    <a:pt x="6161484" y="1615222"/>
                    <a:pt x="6107295" y="1544427"/>
                    <a:pt x="6049880" y="1477173"/>
                  </a:cubicBezTo>
                  <a:cubicBezTo>
                    <a:pt x="5825135" y="1214018"/>
                    <a:pt x="5555573" y="1009470"/>
                    <a:pt x="5248663" y="869327"/>
                  </a:cubicBezTo>
                  <a:cubicBezTo>
                    <a:pt x="4921178" y="719909"/>
                    <a:pt x="4551627" y="644042"/>
                    <a:pt x="4150102" y="644042"/>
                  </a:cubicBezTo>
                  <a:cubicBezTo>
                    <a:pt x="3724203" y="644042"/>
                    <a:pt x="3292799" y="725448"/>
                    <a:pt x="2867946" y="886459"/>
                  </a:cubicBezTo>
                  <a:cubicBezTo>
                    <a:pt x="2454234" y="1042832"/>
                    <a:pt x="2060440" y="1273141"/>
                    <a:pt x="1728892" y="1552397"/>
                  </a:cubicBezTo>
                  <a:cubicBezTo>
                    <a:pt x="1391580" y="1836419"/>
                    <a:pt x="1126473" y="2159600"/>
                    <a:pt x="941043" y="2512664"/>
                  </a:cubicBezTo>
                  <a:cubicBezTo>
                    <a:pt x="751551" y="2873583"/>
                    <a:pt x="655362" y="3249575"/>
                    <a:pt x="655362" y="3630204"/>
                  </a:cubicBezTo>
                  <a:cubicBezTo>
                    <a:pt x="655362" y="4013537"/>
                    <a:pt x="808817" y="4237405"/>
                    <a:pt x="1128177" y="4667883"/>
                  </a:cubicBezTo>
                  <a:cubicBezTo>
                    <a:pt x="1205232" y="4771702"/>
                    <a:pt x="1284908" y="4879129"/>
                    <a:pt x="1366419" y="4997246"/>
                  </a:cubicBezTo>
                  <a:cubicBezTo>
                    <a:pt x="1989282" y="5899677"/>
                    <a:pt x="2657880" y="6284685"/>
                    <a:pt x="3601937" y="6284685"/>
                  </a:cubicBezTo>
                  <a:cubicBezTo>
                    <a:pt x="4221523" y="6284685"/>
                    <a:pt x="4676122" y="5971036"/>
                    <a:pt x="5298985" y="5492643"/>
                  </a:cubicBezTo>
                  <a:cubicBezTo>
                    <a:pt x="5368571" y="5439187"/>
                    <a:pt x="5438156" y="5386375"/>
                    <a:pt x="5505513" y="5335367"/>
                  </a:cubicBezTo>
                  <a:cubicBezTo>
                    <a:pt x="5779335" y="5127761"/>
                    <a:pt x="6041730" y="4928776"/>
                    <a:pt x="6252618" y="4722492"/>
                  </a:cubicBezTo>
                  <a:lnTo>
                    <a:pt x="6321679" y="4651477"/>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A66409EC-9CC3-482A-A4A5-54ED092B3F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2150195 h 6521594"/>
                <a:gd name="connsiteX4" fmla="*/ 6241288 w 6321679"/>
                <a:gd name="connsiteY4" fmla="*/ 1985338 h 6521594"/>
                <a:gd name="connsiteX5" fmla="*/ 5949367 w 6321679"/>
                <a:gd name="connsiteY5" fmla="*/ 1559997 h 6521594"/>
                <a:gd name="connsiteX6" fmla="*/ 5193362 w 6321679"/>
                <a:gd name="connsiteY6" fmla="*/ 986156 h 6521594"/>
                <a:gd name="connsiteX7" fmla="*/ 4150102 w 6321679"/>
                <a:gd name="connsiteY7" fmla="*/ 772850 h 6521594"/>
                <a:gd name="connsiteX8" fmla="*/ 2914861 w 6321679"/>
                <a:gd name="connsiteY8" fmla="*/ 1006637 h 6521594"/>
                <a:gd name="connsiteX9" fmla="*/ 1814073 w 6321679"/>
                <a:gd name="connsiteY9" fmla="*/ 1650163 h 6521594"/>
                <a:gd name="connsiteX10" fmla="*/ 1057412 w 6321679"/>
                <a:gd name="connsiteY10" fmla="*/ 2571657 h 6521594"/>
                <a:gd name="connsiteX11" fmla="*/ 786277 w 6321679"/>
                <a:gd name="connsiteY11" fmla="*/ 3630204 h 6521594"/>
                <a:gd name="connsiteX12" fmla="*/ 1233931 w 6321679"/>
                <a:gd name="connsiteY12" fmla="*/ 4592016 h 6521594"/>
                <a:gd name="connsiteX13" fmla="*/ 1474795 w 6321679"/>
                <a:gd name="connsiteY13" fmla="*/ 4924985 h 6521594"/>
                <a:gd name="connsiteX14" fmla="*/ 2393691 w 6321679"/>
                <a:gd name="connsiteY14" fmla="*/ 5846995 h 6521594"/>
                <a:gd name="connsiteX15" fmla="*/ 3601805 w 6321679"/>
                <a:gd name="connsiteY15" fmla="*/ 6155876 h 6521594"/>
                <a:gd name="connsiteX16" fmla="*/ 4378909 w 6321679"/>
                <a:gd name="connsiteY16" fmla="*/ 5959186 h 6521594"/>
                <a:gd name="connsiteX17" fmla="*/ 5218129 w 6321679"/>
                <a:gd name="connsiteY17" fmla="*/ 5391271 h 6521594"/>
                <a:gd name="connsiteX18" fmla="*/ 5425313 w 6321679"/>
                <a:gd name="connsiteY18" fmla="*/ 5233481 h 6521594"/>
                <a:gd name="connsiteX19" fmla="*/ 6254366 w 6321679"/>
                <a:gd name="connsiteY19" fmla="*/ 4534301 h 6521594"/>
                <a:gd name="connsiteX20" fmla="*/ 6321679 w 6321679"/>
                <a:gd name="connsiteY20" fmla="*/ 4456641 h 6521594"/>
                <a:gd name="connsiteX21" fmla="*/ 6321679 w 6321679"/>
                <a:gd name="connsiteY21" fmla="*/ 5523097 h 6521594"/>
                <a:gd name="connsiteX22" fmla="*/ 6024428 w 6321679"/>
                <a:gd name="connsiteY22" fmla="*/ 5754969 h 6521594"/>
                <a:gd name="connsiteX23" fmla="*/ 5702345 w 6321679"/>
                <a:gd name="connsiteY23" fmla="*/ 6000018 h 6521594"/>
                <a:gd name="connsiteX24" fmla="*/ 4988380 w 6321679"/>
                <a:gd name="connsiteY24" fmla="*/ 6506549 h 6521594"/>
                <a:gd name="connsiteX25" fmla="*/ 4961490 w 6321679"/>
                <a:gd name="connsiteY25" fmla="*/ 6521594 h 6521594"/>
                <a:gd name="connsiteX26" fmla="*/ 2011326 w 6321679"/>
                <a:gd name="connsiteY26" fmla="*/ 6521594 h 6521594"/>
                <a:gd name="connsiteX27" fmla="*/ 1982893 w 6321679"/>
                <a:gd name="connsiteY27" fmla="*/ 6505768 h 6521594"/>
                <a:gd name="connsiteX28" fmla="*/ 824149 w 6321679"/>
                <a:gd name="connsiteY28" fmla="*/ 5358682 h 6521594"/>
                <a:gd name="connsiteX29" fmla="*/ 0 w 6321679"/>
                <a:gd name="connsiteY29" fmla="*/ 3630075 h 6521594"/>
                <a:gd name="connsiteX30" fmla="*/ 4150102 w 6321679"/>
                <a:gd name="connsiteY30"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321679" h="6521594">
                  <a:moveTo>
                    <a:pt x="4150102" y="0"/>
                  </a:moveTo>
                  <a:cubicBezTo>
                    <a:pt x="4918148" y="0"/>
                    <a:pt x="5569597" y="228540"/>
                    <a:pt x="6083891" y="619943"/>
                  </a:cubicBezTo>
                  <a:lnTo>
                    <a:pt x="6321679" y="822247"/>
                  </a:lnTo>
                  <a:lnTo>
                    <a:pt x="6321679" y="2150195"/>
                  </a:lnTo>
                  <a:lnTo>
                    <a:pt x="6241288" y="1985338"/>
                  </a:lnTo>
                  <a:cubicBezTo>
                    <a:pt x="6156788" y="1831195"/>
                    <a:pt x="6059249" y="1688709"/>
                    <a:pt x="5949367" y="1559997"/>
                  </a:cubicBezTo>
                  <a:cubicBezTo>
                    <a:pt x="5737073" y="1311397"/>
                    <a:pt x="5482843" y="1118314"/>
                    <a:pt x="5193362" y="986156"/>
                  </a:cubicBezTo>
                  <a:cubicBezTo>
                    <a:pt x="4883437" y="844596"/>
                    <a:pt x="4532365" y="772850"/>
                    <a:pt x="4150102" y="772850"/>
                  </a:cubicBezTo>
                  <a:cubicBezTo>
                    <a:pt x="3746218" y="772850"/>
                    <a:pt x="3319008" y="853613"/>
                    <a:pt x="2914861" y="1006637"/>
                  </a:cubicBezTo>
                  <a:cubicBezTo>
                    <a:pt x="2515039" y="1157857"/>
                    <a:pt x="2134350" y="1380438"/>
                    <a:pt x="1814073" y="1650163"/>
                  </a:cubicBezTo>
                  <a:cubicBezTo>
                    <a:pt x="1494190" y="1919502"/>
                    <a:pt x="1232622" y="2238173"/>
                    <a:pt x="1057412" y="2571657"/>
                  </a:cubicBezTo>
                  <a:cubicBezTo>
                    <a:pt x="877486" y="2914158"/>
                    <a:pt x="786277" y="3270313"/>
                    <a:pt x="786277" y="3630204"/>
                  </a:cubicBezTo>
                  <a:cubicBezTo>
                    <a:pt x="786277" y="3974121"/>
                    <a:pt x="923483" y="4173646"/>
                    <a:pt x="1233931" y="4592016"/>
                  </a:cubicBezTo>
                  <a:cubicBezTo>
                    <a:pt x="1311641" y="4696736"/>
                    <a:pt x="1391972" y="4805064"/>
                    <a:pt x="1474795" y="4924985"/>
                  </a:cubicBezTo>
                  <a:cubicBezTo>
                    <a:pt x="1767682" y="5349278"/>
                    <a:pt x="2068172" y="5650948"/>
                    <a:pt x="2393691" y="5846995"/>
                  </a:cubicBezTo>
                  <a:cubicBezTo>
                    <a:pt x="2738735" y="6054891"/>
                    <a:pt x="3133971" y="6155876"/>
                    <a:pt x="3601805" y="6155876"/>
                  </a:cubicBezTo>
                  <a:cubicBezTo>
                    <a:pt x="3867305" y="6155876"/>
                    <a:pt x="4114196" y="6093405"/>
                    <a:pt x="4378909" y="5959186"/>
                  </a:cubicBezTo>
                  <a:cubicBezTo>
                    <a:pt x="4650699" y="5821362"/>
                    <a:pt x="4919737" y="5620421"/>
                    <a:pt x="5218129" y="5391271"/>
                  </a:cubicBezTo>
                  <a:cubicBezTo>
                    <a:pt x="5288107" y="5337558"/>
                    <a:pt x="5357824" y="5284617"/>
                    <a:pt x="5425313" y="5233481"/>
                  </a:cubicBezTo>
                  <a:cubicBezTo>
                    <a:pt x="5739037" y="4995556"/>
                    <a:pt x="6037512" y="4769168"/>
                    <a:pt x="6254366" y="4534301"/>
                  </a:cubicBezTo>
                  <a:lnTo>
                    <a:pt x="6321679" y="4456641"/>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6" name="Picture 5" descr="A screenshot of a computer&#10;&#10;AI-generated content may be incorrect.">
            <a:extLst>
              <a:ext uri="{FF2B5EF4-FFF2-40B4-BE49-F238E27FC236}">
                <a16:creationId xmlns:a16="http://schemas.microsoft.com/office/drawing/2014/main" id="{11E8A6A5-8D82-01C5-86D8-6F8D3A4485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34765" y="2421684"/>
            <a:ext cx="5115859" cy="2468402"/>
          </a:xfrm>
          <a:prstGeom prst="rect">
            <a:avLst/>
          </a:prstGeom>
        </p:spPr>
      </p:pic>
    </p:spTree>
    <p:extLst>
      <p:ext uri="{BB962C8B-B14F-4D97-AF65-F5344CB8AC3E}">
        <p14:creationId xmlns:p14="http://schemas.microsoft.com/office/powerpoint/2010/main" val="5832491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31</TotalTime>
  <Words>284</Words>
  <Application>Microsoft Office PowerPoint</Application>
  <PresentationFormat>Widescreen</PresentationFormat>
  <Paragraphs>20</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Aptos</vt:lpstr>
      <vt:lpstr>Aptos Display</vt:lpstr>
      <vt:lpstr>Arial</vt:lpstr>
      <vt:lpstr>Office Theme</vt:lpstr>
      <vt:lpstr>ST10032544</vt:lpstr>
      <vt:lpstr>Contract Monthly Claim System</vt:lpstr>
      <vt:lpstr>Contents</vt:lpstr>
      <vt:lpstr>Submit Page</vt:lpstr>
      <vt:lpstr>Approve and Reject Page</vt:lpstr>
      <vt:lpstr>Verify Page</vt:lpstr>
      <vt:lpstr>Track Page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Dwayne Prins</dc:creator>
  <cp:lastModifiedBy>Dwayne Prins</cp:lastModifiedBy>
  <cp:revision>1</cp:revision>
  <dcterms:created xsi:type="dcterms:W3CDTF">2025-11-21T22:00:27Z</dcterms:created>
  <dcterms:modified xsi:type="dcterms:W3CDTF">2025-11-21T22:32:14Z</dcterms:modified>
</cp:coreProperties>
</file>